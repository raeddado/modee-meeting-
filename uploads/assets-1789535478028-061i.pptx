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</p:sldMasterIdLst>
  <p:notesMasterIdLst>
    <p:notesMasterId r:id="rId18"/>
  </p:notesMasterIdLst>
  <p:sldIdLst>
    <p:sldId id="256" r:id="rId3"/>
    <p:sldId id="2141413608" r:id="rId4"/>
    <p:sldId id="2141413610" r:id="rId5"/>
    <p:sldId id="260" r:id="rId6"/>
    <p:sldId id="2141413613" r:id="rId7"/>
    <p:sldId id="2141413639" r:id="rId8"/>
    <p:sldId id="2141413621" r:id="rId9"/>
    <p:sldId id="2141413667" r:id="rId10"/>
    <p:sldId id="2141413671" r:id="rId11"/>
    <p:sldId id="2141413672" r:id="rId12"/>
    <p:sldId id="2141413673" r:id="rId13"/>
    <p:sldId id="268" r:id="rId14"/>
    <p:sldId id="2141413643" r:id="rId15"/>
    <p:sldId id="281" r:id="rId16"/>
    <p:sldId id="282" r:id="rId17"/>
  </p:sldIdLst>
  <p:sldSz cx="12192000" cy="6858000"/>
  <p:notesSz cx="6858000" cy="9144000"/>
  <p:embeddedFontLst>
    <p:embeddedFont>
      <p:font typeface="Bebas Neue" panose="020B0604020202020204" charset="0"/>
      <p:regular r:id="rId19"/>
    </p:embeddedFont>
    <p:embeddedFont>
      <p:font typeface="Figtree" panose="020B0604020202020204" charset="0"/>
      <p:regular r:id="rId20"/>
      <p:bold r:id="rId21"/>
      <p:italic r:id="rId22"/>
      <p:boldItalic r:id="rId23"/>
    </p:embeddedFont>
    <p:embeddedFont>
      <p:font typeface="Figtree Light" panose="020B0604020202020204" charset="0"/>
      <p:regular r:id="rId24"/>
      <p:bold r:id="rId25"/>
      <p:italic r:id="rId26"/>
      <p:boldItalic r:id="rId27"/>
    </p:embeddedFont>
    <p:embeddedFont>
      <p:font typeface="Lato Light" panose="020B0604020202020204" charset="0"/>
      <p:regular r:id="rId28"/>
      <p:bold r:id="rId29"/>
      <p:italic r:id="rId30"/>
      <p:boldItalic r:id="rId31"/>
    </p:embeddedFont>
    <p:embeddedFont>
      <p:font typeface="Poppins" panose="020B060402020202020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B3B9"/>
    <a:srgbClr val="007AC4"/>
    <a:srgbClr val="07155C"/>
    <a:srgbClr val="5B9BD5"/>
    <a:srgbClr val="1113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900626-A917-A1FC-E09D-1C7BFDADD2D4}" v="24" dt="2025-06-04T09:31:44.184"/>
    <p1510:client id="{901738BD-9EB6-AB42-8B4A-CD34D4E15884}" v="4" dt="2025-06-04T09:39:05.0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tableStyles" Target="tableStyles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mine Al-Mokdad" userId="S::jasmine@edamana.com::27d96f64-c203-4caf-b5db-fa997a75e193" providerId="AD" clId="Web-{68900626-A917-A1FC-E09D-1C7BFDADD2D4}"/>
    <pc:docChg chg="modSld">
      <pc:chgData name="Jasmine Al-Mokdad" userId="S::jasmine@edamana.com::27d96f64-c203-4caf-b5db-fa997a75e193" providerId="AD" clId="Web-{68900626-A917-A1FC-E09D-1C7BFDADD2D4}" dt="2025-06-04T09:30:43.683" v="13" actId="20577"/>
      <pc:docMkLst>
        <pc:docMk/>
      </pc:docMkLst>
      <pc:sldChg chg="modSp">
        <pc:chgData name="Jasmine Al-Mokdad" userId="S::jasmine@edamana.com::27d96f64-c203-4caf-b5db-fa997a75e193" providerId="AD" clId="Web-{68900626-A917-A1FC-E09D-1C7BFDADD2D4}" dt="2025-06-04T09:30:43.683" v="13" actId="20577"/>
        <pc:sldMkLst>
          <pc:docMk/>
          <pc:sldMk cId="0" sldId="268"/>
        </pc:sldMkLst>
        <pc:spChg chg="mod">
          <ac:chgData name="Jasmine Al-Mokdad" userId="S::jasmine@edamana.com::27d96f64-c203-4caf-b5db-fa997a75e193" providerId="AD" clId="Web-{68900626-A917-A1FC-E09D-1C7BFDADD2D4}" dt="2025-06-04T09:30:43.683" v="13" actId="20577"/>
          <ac:spMkLst>
            <pc:docMk/>
            <pc:sldMk cId="0" sldId="268"/>
            <ac:spMk id="4" creationId="{379D04AE-9C78-F1E5-AD40-D877AC5E83F9}"/>
          </ac:spMkLst>
        </pc:spChg>
      </pc:sldChg>
      <pc:sldChg chg="modSp">
        <pc:chgData name="Jasmine Al-Mokdad" userId="S::jasmine@edamana.com::27d96f64-c203-4caf-b5db-fa997a75e193" providerId="AD" clId="Web-{68900626-A917-A1FC-E09D-1C7BFDADD2D4}" dt="2025-06-04T09:28:21.291" v="6" actId="14100"/>
        <pc:sldMkLst>
          <pc:docMk/>
          <pc:sldMk cId="935663968" sldId="2141413671"/>
        </pc:sldMkLst>
        <pc:spChg chg="mod">
          <ac:chgData name="Jasmine Al-Mokdad" userId="S::jasmine@edamana.com::27d96f64-c203-4caf-b5db-fa997a75e193" providerId="AD" clId="Web-{68900626-A917-A1FC-E09D-1C7BFDADD2D4}" dt="2025-06-04T09:28:16.634" v="5" actId="14100"/>
          <ac:spMkLst>
            <pc:docMk/>
            <pc:sldMk cId="935663968" sldId="2141413671"/>
            <ac:spMk id="27" creationId="{AE6A4989-A78C-109B-1652-282A807F11F9}"/>
          </ac:spMkLst>
        </pc:spChg>
        <pc:spChg chg="mod">
          <ac:chgData name="Jasmine Al-Mokdad" userId="S::jasmine@edamana.com::27d96f64-c203-4caf-b5db-fa997a75e193" providerId="AD" clId="Web-{68900626-A917-A1FC-E09D-1C7BFDADD2D4}" dt="2025-06-04T09:27:52.384" v="4" actId="20577"/>
          <ac:spMkLst>
            <pc:docMk/>
            <pc:sldMk cId="935663968" sldId="2141413671"/>
            <ac:spMk id="37" creationId="{568C27E6-5134-148B-F193-9F6ECAD3A826}"/>
          </ac:spMkLst>
        </pc:spChg>
        <pc:spChg chg="mod">
          <ac:chgData name="Jasmine Al-Mokdad" userId="S::jasmine@edamana.com::27d96f64-c203-4caf-b5db-fa997a75e193" providerId="AD" clId="Web-{68900626-A917-A1FC-E09D-1C7BFDADD2D4}" dt="2025-06-04T09:28:21.291" v="6" actId="14100"/>
          <ac:spMkLst>
            <pc:docMk/>
            <pc:sldMk cId="935663968" sldId="2141413671"/>
            <ac:spMk id="40" creationId="{8FE1A543-CF41-37FE-95C7-8FF2BDFB9678}"/>
          </ac:spMkLst>
        </pc:spChg>
      </pc:sldChg>
    </pc:docChg>
  </pc:docChgLst>
  <pc:docChgLst>
    <pc:chgData name="Raed Al Dado" userId="2a5f184e-4aba-4f63-a584-e11d5c21bcde" providerId="ADAL" clId="{901738BD-9EB6-AB42-8B4A-CD34D4E15884}"/>
    <pc:docChg chg="undo custSel delSld modSld">
      <pc:chgData name="Raed Al Dado" userId="2a5f184e-4aba-4f63-a584-e11d5c21bcde" providerId="ADAL" clId="{901738BD-9EB6-AB42-8B4A-CD34D4E15884}" dt="2025-06-04T09:39:05.058" v="3" actId="14100"/>
      <pc:docMkLst>
        <pc:docMk/>
      </pc:docMkLst>
      <pc:sldChg chg="addSp delSp del mod">
        <pc:chgData name="Raed Al Dado" userId="2a5f184e-4aba-4f63-a584-e11d5c21bcde" providerId="ADAL" clId="{901738BD-9EB6-AB42-8B4A-CD34D4E15884}" dt="2025-06-04T09:35:59.975" v="2" actId="2696"/>
        <pc:sldMkLst>
          <pc:docMk/>
          <pc:sldMk cId="0" sldId="2141413649"/>
        </pc:sldMkLst>
        <pc:picChg chg="add del">
          <ac:chgData name="Raed Al Dado" userId="2a5f184e-4aba-4f63-a584-e11d5c21bcde" providerId="ADAL" clId="{901738BD-9EB6-AB42-8B4A-CD34D4E15884}" dt="2025-06-04T09:35:53.862" v="1" actId="478"/>
          <ac:picMkLst>
            <pc:docMk/>
            <pc:sldMk cId="0" sldId="2141413649"/>
            <ac:picMk id="16" creationId="{898359B8-B267-627B-EDBC-754EE1BDC96E}"/>
          </ac:picMkLst>
        </pc:picChg>
      </pc:sldChg>
      <pc:sldChg chg="modSp mod">
        <pc:chgData name="Raed Al Dado" userId="2a5f184e-4aba-4f63-a584-e11d5c21bcde" providerId="ADAL" clId="{901738BD-9EB6-AB42-8B4A-CD34D4E15884}" dt="2025-06-04T09:39:05.058" v="3" actId="14100"/>
        <pc:sldMkLst>
          <pc:docMk/>
          <pc:sldMk cId="1189854270" sldId="2141413667"/>
        </pc:sldMkLst>
        <pc:picChg chg="mod">
          <ac:chgData name="Raed Al Dado" userId="2a5f184e-4aba-4f63-a584-e11d5c21bcde" providerId="ADAL" clId="{901738BD-9EB6-AB42-8B4A-CD34D4E15884}" dt="2025-06-04T09:39:05.058" v="3" actId="14100"/>
          <ac:picMkLst>
            <pc:docMk/>
            <pc:sldMk cId="1189854270" sldId="2141413667"/>
            <ac:picMk id="19" creationId="{628320C9-A2D2-D954-D006-96A267058C62}"/>
          </ac:picMkLst>
        </pc:picChg>
      </pc:sldChg>
      <pc:sldMasterChg chg="delSldLayout">
        <pc:chgData name="Raed Al Dado" userId="2a5f184e-4aba-4f63-a584-e11d5c21bcde" providerId="ADAL" clId="{901738BD-9EB6-AB42-8B4A-CD34D4E15884}" dt="2025-06-04T09:35:59.975" v="2" actId="2696"/>
        <pc:sldMasterMkLst>
          <pc:docMk/>
          <pc:sldMasterMk cId="0" sldId="2147483675"/>
        </pc:sldMasterMkLst>
        <pc:sldLayoutChg chg="del">
          <pc:chgData name="Raed Al Dado" userId="2a5f184e-4aba-4f63-a584-e11d5c21bcde" providerId="ADAL" clId="{901738BD-9EB6-AB42-8B4A-CD34D4E15884}" dt="2025-06-04T09:35:59.975" v="2" actId="2696"/>
          <pc:sldLayoutMkLst>
            <pc:docMk/>
            <pc:sldMasterMk cId="0" sldId="2147483675"/>
            <pc:sldLayoutMk cId="582670710" sldId="2147483678"/>
          </pc:sldLayoutMkLst>
        </pc:sldLayoutChg>
      </pc:sldMasterChg>
    </pc:docChg>
  </pc:docChgLst>
  <pc:docChgLst>
    <pc:chgData name="Raed Al Dado" userId="2a5f184e-4aba-4f63-a584-e11d5c21bcde" providerId="ADAL" clId="{791FDFD2-CDA3-4802-8D57-BE94EA52F79E}"/>
    <pc:docChg chg="undo redo custSel addSld delSld modSld sldOrd">
      <pc:chgData name="Raed Al Dado" userId="2a5f184e-4aba-4f63-a584-e11d5c21bcde" providerId="ADAL" clId="{791FDFD2-CDA3-4802-8D57-BE94EA52F79E}" dt="2025-06-04T09:14:56.035" v="251" actId="1076"/>
      <pc:docMkLst>
        <pc:docMk/>
      </pc:docMkLst>
      <pc:sldChg chg="modSp mod">
        <pc:chgData name="Raed Al Dado" userId="2a5f184e-4aba-4f63-a584-e11d5c21bcde" providerId="ADAL" clId="{791FDFD2-CDA3-4802-8D57-BE94EA52F79E}" dt="2025-06-04T09:14:56.035" v="251" actId="1076"/>
        <pc:sldMkLst>
          <pc:docMk/>
          <pc:sldMk cId="0" sldId="256"/>
        </pc:sldMkLst>
        <pc:picChg chg="mod">
          <ac:chgData name="Raed Al Dado" userId="2a5f184e-4aba-4f63-a584-e11d5c21bcde" providerId="ADAL" clId="{791FDFD2-CDA3-4802-8D57-BE94EA52F79E}" dt="2025-06-04T09:14:56.035" v="251" actId="1076"/>
          <ac:picMkLst>
            <pc:docMk/>
            <pc:sldMk cId="0" sldId="256"/>
            <ac:picMk id="193" creationId="{00000000-0000-0000-0000-000000000000}"/>
          </ac:picMkLst>
        </pc:picChg>
      </pc:sldChg>
      <pc:sldChg chg="del">
        <pc:chgData name="Raed Al Dado" userId="2a5f184e-4aba-4f63-a584-e11d5c21bcde" providerId="ADAL" clId="{791FDFD2-CDA3-4802-8D57-BE94EA52F79E}" dt="2025-06-04T07:14:15.732" v="0" actId="47"/>
        <pc:sldMkLst>
          <pc:docMk/>
          <pc:sldMk cId="0" sldId="257"/>
        </pc:sldMkLst>
      </pc:sldChg>
      <pc:sldChg chg="add ord">
        <pc:chgData name="Raed Al Dado" userId="2a5f184e-4aba-4f63-a584-e11d5c21bcde" providerId="ADAL" clId="{791FDFD2-CDA3-4802-8D57-BE94EA52F79E}" dt="2025-06-04T09:03:15.676" v="181"/>
        <pc:sldMkLst>
          <pc:docMk/>
          <pc:sldMk cId="0" sldId="260"/>
        </pc:sldMkLst>
      </pc:sldChg>
      <pc:sldChg chg="addSp delSp modSp mod addAnim delAnim modAnim">
        <pc:chgData name="Raed Al Dado" userId="2a5f184e-4aba-4f63-a584-e11d5c21bcde" providerId="ADAL" clId="{791FDFD2-CDA3-4802-8D57-BE94EA52F79E}" dt="2025-06-04T09:12:11.841" v="244"/>
        <pc:sldMkLst>
          <pc:docMk/>
          <pc:sldMk cId="0" sldId="268"/>
        </pc:sldMkLst>
        <pc:spChg chg="add mod">
          <ac:chgData name="Raed Al Dado" userId="2a5f184e-4aba-4f63-a584-e11d5c21bcde" providerId="ADAL" clId="{791FDFD2-CDA3-4802-8D57-BE94EA52F79E}" dt="2025-06-04T09:11:38.206" v="240"/>
          <ac:spMkLst>
            <pc:docMk/>
            <pc:sldMk cId="0" sldId="268"/>
            <ac:spMk id="4" creationId="{379D04AE-9C78-F1E5-AD40-D877AC5E83F9}"/>
          </ac:spMkLst>
        </pc:spChg>
        <pc:spChg chg="add mod">
          <ac:chgData name="Raed Al Dado" userId="2a5f184e-4aba-4f63-a584-e11d5c21bcde" providerId="ADAL" clId="{791FDFD2-CDA3-4802-8D57-BE94EA52F79E}" dt="2025-06-04T09:11:38.206" v="240"/>
          <ac:spMkLst>
            <pc:docMk/>
            <pc:sldMk cId="0" sldId="268"/>
            <ac:spMk id="5" creationId="{AB55337C-F6B0-E19F-FB06-04C59635417E}"/>
          </ac:spMkLst>
        </pc:spChg>
        <pc:spChg chg="add mod">
          <ac:chgData name="Raed Al Dado" userId="2a5f184e-4aba-4f63-a584-e11d5c21bcde" providerId="ADAL" clId="{791FDFD2-CDA3-4802-8D57-BE94EA52F79E}" dt="2025-06-04T08:35:16.800" v="145"/>
          <ac:spMkLst>
            <pc:docMk/>
            <pc:sldMk cId="0" sldId="268"/>
            <ac:spMk id="6" creationId="{00000000-0000-0000-0000-000000000000}"/>
          </ac:spMkLst>
        </pc:spChg>
        <pc:spChg chg="mod">
          <ac:chgData name="Raed Al Dado" userId="2a5f184e-4aba-4f63-a584-e11d5c21bcde" providerId="ADAL" clId="{791FDFD2-CDA3-4802-8D57-BE94EA52F79E}" dt="2025-06-04T08:14:23.442" v="112"/>
          <ac:spMkLst>
            <pc:docMk/>
            <pc:sldMk cId="0" sldId="268"/>
            <ac:spMk id="484" creationId="{00000000-0000-0000-0000-000000000000}"/>
          </ac:spMkLst>
        </pc:spChg>
        <pc:spChg chg="mod">
          <ac:chgData name="Raed Al Dado" userId="2a5f184e-4aba-4f63-a584-e11d5c21bcde" providerId="ADAL" clId="{791FDFD2-CDA3-4802-8D57-BE94EA52F79E}" dt="2025-06-04T09:11:38.206" v="240"/>
          <ac:spMkLst>
            <pc:docMk/>
            <pc:sldMk cId="0" sldId="268"/>
            <ac:spMk id="485" creationId="{00000000-0000-0000-0000-000000000000}"/>
          </ac:spMkLst>
        </pc:spChg>
        <pc:spChg chg="mod">
          <ac:chgData name="Raed Al Dado" userId="2a5f184e-4aba-4f63-a584-e11d5c21bcde" providerId="ADAL" clId="{791FDFD2-CDA3-4802-8D57-BE94EA52F79E}" dt="2025-06-04T08:31:17.427" v="127" actId="1076"/>
          <ac:spMkLst>
            <pc:docMk/>
            <pc:sldMk cId="0" sldId="268"/>
            <ac:spMk id="491" creationId="{00000000-0000-0000-0000-000000000000}"/>
          </ac:spMkLst>
        </pc:spChg>
        <pc:spChg chg="add del mod">
          <ac:chgData name="Raed Al Dado" userId="2a5f184e-4aba-4f63-a584-e11d5c21bcde" providerId="ADAL" clId="{791FDFD2-CDA3-4802-8D57-BE94EA52F79E}" dt="2025-06-04T08:35:52.840" v="154" actId="14100"/>
          <ac:spMkLst>
            <pc:docMk/>
            <pc:sldMk cId="0" sldId="268"/>
            <ac:spMk id="492" creationId="{00000000-0000-0000-0000-000000000000}"/>
          </ac:spMkLst>
        </pc:spChg>
        <pc:picChg chg="add mod">
          <ac:chgData name="Raed Al Dado" userId="2a5f184e-4aba-4f63-a584-e11d5c21bcde" providerId="ADAL" clId="{791FDFD2-CDA3-4802-8D57-BE94EA52F79E}" dt="2025-06-04T09:03:50.995" v="188" actId="1076"/>
          <ac:picMkLst>
            <pc:docMk/>
            <pc:sldMk cId="0" sldId="268"/>
            <ac:picMk id="3" creationId="{018EFBC3-80C8-07D4-9343-611B8289266F}"/>
          </ac:picMkLst>
        </pc:picChg>
        <pc:picChg chg="add mod">
          <ac:chgData name="Raed Al Dado" userId="2a5f184e-4aba-4f63-a584-e11d5c21bcde" providerId="ADAL" clId="{791FDFD2-CDA3-4802-8D57-BE94EA52F79E}" dt="2025-06-04T09:03:33.736" v="183" actId="1076"/>
          <ac:picMkLst>
            <pc:docMk/>
            <pc:sldMk cId="0" sldId="268"/>
            <ac:picMk id="8" creationId="{D23E6B94-98FB-8BAD-5349-BD21D2300BE3}"/>
          </ac:picMkLst>
        </pc:picChg>
        <pc:picChg chg="del mod">
          <ac:chgData name="Raed Al Dado" userId="2a5f184e-4aba-4f63-a584-e11d5c21bcde" providerId="ADAL" clId="{791FDFD2-CDA3-4802-8D57-BE94EA52F79E}" dt="2025-06-04T08:31:20.812" v="128" actId="478"/>
          <ac:picMkLst>
            <pc:docMk/>
            <pc:sldMk cId="0" sldId="268"/>
            <ac:picMk id="489" creationId="{00000000-0000-0000-0000-000000000000}"/>
          </ac:picMkLst>
        </pc:picChg>
        <pc:picChg chg="mod">
          <ac:chgData name="Raed Al Dado" userId="2a5f184e-4aba-4f63-a584-e11d5c21bcde" providerId="ADAL" clId="{791FDFD2-CDA3-4802-8D57-BE94EA52F79E}" dt="2025-06-04T09:03:36.519" v="185" actId="14100"/>
          <ac:picMkLst>
            <pc:docMk/>
            <pc:sldMk cId="0" sldId="268"/>
            <ac:picMk id="490" creationId="{00000000-0000-0000-0000-000000000000}"/>
          </ac:picMkLst>
        </pc:picChg>
      </pc:sldChg>
      <pc:sldChg chg="addSp modSp add del mod ord setBg">
        <pc:chgData name="Raed Al Dado" userId="2a5f184e-4aba-4f63-a584-e11d5c21bcde" providerId="ADAL" clId="{791FDFD2-CDA3-4802-8D57-BE94EA52F79E}" dt="2025-06-04T09:12:43.002" v="249" actId="1076"/>
        <pc:sldMkLst>
          <pc:docMk/>
          <pc:sldMk cId="3167115511" sldId="2141413608"/>
        </pc:sldMkLst>
        <pc:picChg chg="add mod ord">
          <ac:chgData name="Raed Al Dado" userId="2a5f184e-4aba-4f63-a584-e11d5c21bcde" providerId="ADAL" clId="{791FDFD2-CDA3-4802-8D57-BE94EA52F79E}" dt="2025-06-04T09:12:43.002" v="249" actId="1076"/>
          <ac:picMkLst>
            <pc:docMk/>
            <pc:sldMk cId="3167115511" sldId="2141413608"/>
            <ac:picMk id="3" creationId="{C1BE7CFB-D4E2-C6FC-D664-53671E734FF9}"/>
          </ac:picMkLst>
        </pc:picChg>
      </pc:sldChg>
      <pc:sldChg chg="ord">
        <pc:chgData name="Raed Al Dado" userId="2a5f184e-4aba-4f63-a584-e11d5c21bcde" providerId="ADAL" clId="{791FDFD2-CDA3-4802-8D57-BE94EA52F79E}" dt="2025-06-04T09:03:12.466" v="179"/>
        <pc:sldMkLst>
          <pc:docMk/>
          <pc:sldMk cId="2707630229" sldId="2141413610"/>
        </pc:sldMkLst>
      </pc:sldChg>
      <pc:sldChg chg="add ord">
        <pc:chgData name="Raed Al Dado" userId="2a5f184e-4aba-4f63-a584-e11d5c21bcde" providerId="ADAL" clId="{791FDFD2-CDA3-4802-8D57-BE94EA52F79E}" dt="2025-06-04T09:03:05.457" v="175"/>
        <pc:sldMkLst>
          <pc:docMk/>
          <pc:sldMk cId="2656068023" sldId="2141413613"/>
        </pc:sldMkLst>
      </pc:sldChg>
      <pc:sldChg chg="ord">
        <pc:chgData name="Raed Al Dado" userId="2a5f184e-4aba-4f63-a584-e11d5c21bcde" providerId="ADAL" clId="{791FDFD2-CDA3-4802-8D57-BE94EA52F79E}" dt="2025-06-04T07:48:17.133" v="80"/>
        <pc:sldMkLst>
          <pc:docMk/>
          <pc:sldMk cId="3473260265" sldId="2141413621"/>
        </pc:sldMkLst>
      </pc:sldChg>
      <pc:sldChg chg="del">
        <pc:chgData name="Raed Al Dado" userId="2a5f184e-4aba-4f63-a584-e11d5c21bcde" providerId="ADAL" clId="{791FDFD2-CDA3-4802-8D57-BE94EA52F79E}" dt="2025-06-04T09:02:49.607" v="172" actId="47"/>
        <pc:sldMkLst>
          <pc:docMk/>
          <pc:sldMk cId="1683351542" sldId="2141413660"/>
        </pc:sldMkLst>
      </pc:sldChg>
      <pc:sldChg chg="del">
        <pc:chgData name="Raed Al Dado" userId="2a5f184e-4aba-4f63-a584-e11d5c21bcde" providerId="ADAL" clId="{791FDFD2-CDA3-4802-8D57-BE94EA52F79E}" dt="2025-06-04T07:14:15.732" v="0" actId="47"/>
        <pc:sldMkLst>
          <pc:docMk/>
          <pc:sldMk cId="0" sldId="2141413666"/>
        </pc:sldMkLst>
      </pc:sldChg>
      <pc:sldChg chg="modSp mod">
        <pc:chgData name="Raed Al Dado" userId="2a5f184e-4aba-4f63-a584-e11d5c21bcde" providerId="ADAL" clId="{791FDFD2-CDA3-4802-8D57-BE94EA52F79E}" dt="2025-06-04T09:03:21.974" v="182" actId="1076"/>
        <pc:sldMkLst>
          <pc:docMk/>
          <pc:sldMk cId="1189854270" sldId="2141413667"/>
        </pc:sldMkLst>
        <pc:spChg chg="mod">
          <ac:chgData name="Raed Al Dado" userId="2a5f184e-4aba-4f63-a584-e11d5c21bcde" providerId="ADAL" clId="{791FDFD2-CDA3-4802-8D57-BE94EA52F79E}" dt="2025-06-04T09:03:21.974" v="182" actId="1076"/>
          <ac:spMkLst>
            <pc:docMk/>
            <pc:sldMk cId="1189854270" sldId="2141413667"/>
            <ac:spMk id="83" creationId="{B748DF22-DF19-D4F3-0B8F-0FF4875BEAAF}"/>
          </ac:spMkLst>
        </pc:spChg>
      </pc:sldChg>
      <pc:sldChg chg="addSp delSp modSp mod delAnim modAnim">
        <pc:chgData name="Raed Al Dado" userId="2a5f184e-4aba-4f63-a584-e11d5c21bcde" providerId="ADAL" clId="{791FDFD2-CDA3-4802-8D57-BE94EA52F79E}" dt="2025-06-04T09:12:37.756" v="248"/>
        <pc:sldMkLst>
          <pc:docMk/>
          <pc:sldMk cId="2243304643" sldId="2141413673"/>
        </pc:sldMkLst>
        <pc:spChg chg="mod">
          <ac:chgData name="Raed Al Dado" userId="2a5f184e-4aba-4f63-a584-e11d5c21bcde" providerId="ADAL" clId="{791FDFD2-CDA3-4802-8D57-BE94EA52F79E}" dt="2025-06-04T09:04:59.389" v="197"/>
          <ac:spMkLst>
            <pc:docMk/>
            <pc:sldMk cId="2243304643" sldId="2141413673"/>
            <ac:spMk id="7" creationId="{71039A81-46ED-270D-6E1D-00182274A291}"/>
          </ac:spMkLst>
        </pc:spChg>
        <pc:spChg chg="mod">
          <ac:chgData name="Raed Al Dado" userId="2a5f184e-4aba-4f63-a584-e11d5c21bcde" providerId="ADAL" clId="{791FDFD2-CDA3-4802-8D57-BE94EA52F79E}" dt="2025-06-04T09:04:59.389" v="197"/>
          <ac:spMkLst>
            <pc:docMk/>
            <pc:sldMk cId="2243304643" sldId="2141413673"/>
            <ac:spMk id="8" creationId="{36083075-CB5D-CBAB-2AC5-F347B4DE95A4}"/>
          </ac:spMkLst>
        </pc:spChg>
        <pc:spChg chg="mod">
          <ac:chgData name="Raed Al Dado" userId="2a5f184e-4aba-4f63-a584-e11d5c21bcde" providerId="ADAL" clId="{791FDFD2-CDA3-4802-8D57-BE94EA52F79E}" dt="2025-06-04T09:04:59.389" v="197"/>
          <ac:spMkLst>
            <pc:docMk/>
            <pc:sldMk cId="2243304643" sldId="2141413673"/>
            <ac:spMk id="9" creationId="{559451A9-8582-863E-4EEB-D70ECEB5C1A3}"/>
          </ac:spMkLst>
        </pc:spChg>
        <pc:spChg chg="mod">
          <ac:chgData name="Raed Al Dado" userId="2a5f184e-4aba-4f63-a584-e11d5c21bcde" providerId="ADAL" clId="{791FDFD2-CDA3-4802-8D57-BE94EA52F79E}" dt="2025-06-04T09:04:59.452" v="198"/>
          <ac:spMkLst>
            <pc:docMk/>
            <pc:sldMk cId="2243304643" sldId="2141413673"/>
            <ac:spMk id="12" creationId="{2172FE2E-465E-41F3-76D8-ED5AE7152395}"/>
          </ac:spMkLst>
        </pc:spChg>
        <pc:spChg chg="mod">
          <ac:chgData name="Raed Al Dado" userId="2a5f184e-4aba-4f63-a584-e11d5c21bcde" providerId="ADAL" clId="{791FDFD2-CDA3-4802-8D57-BE94EA52F79E}" dt="2025-06-04T09:04:59.452" v="198"/>
          <ac:spMkLst>
            <pc:docMk/>
            <pc:sldMk cId="2243304643" sldId="2141413673"/>
            <ac:spMk id="13" creationId="{B01C86D5-0B07-9D31-6256-1AC0EFC1AA9E}"/>
          </ac:spMkLst>
        </pc:spChg>
        <pc:spChg chg="mod">
          <ac:chgData name="Raed Al Dado" userId="2a5f184e-4aba-4f63-a584-e11d5c21bcde" providerId="ADAL" clId="{791FDFD2-CDA3-4802-8D57-BE94EA52F79E}" dt="2025-06-04T09:04:59.452" v="198"/>
          <ac:spMkLst>
            <pc:docMk/>
            <pc:sldMk cId="2243304643" sldId="2141413673"/>
            <ac:spMk id="14" creationId="{D5B45E79-0972-E257-9853-0C3C74DE95E2}"/>
          </ac:spMkLst>
        </pc:spChg>
        <pc:spChg chg="mod">
          <ac:chgData name="Raed Al Dado" userId="2a5f184e-4aba-4f63-a584-e11d5c21bcde" providerId="ADAL" clId="{791FDFD2-CDA3-4802-8D57-BE94EA52F79E}" dt="2025-06-04T09:04:48.077" v="195" actId="208"/>
          <ac:spMkLst>
            <pc:docMk/>
            <pc:sldMk cId="2243304643" sldId="2141413673"/>
            <ac:spMk id="619" creationId="{E6A371A4-6761-47F2-AC34-2D85410EE595}"/>
          </ac:spMkLst>
        </pc:spChg>
        <pc:spChg chg="mod">
          <ac:chgData name="Raed Al Dado" userId="2a5f184e-4aba-4f63-a584-e11d5c21bcde" providerId="ADAL" clId="{791FDFD2-CDA3-4802-8D57-BE94EA52F79E}" dt="2025-06-04T09:04:52.183" v="196" actId="208"/>
          <ac:spMkLst>
            <pc:docMk/>
            <pc:sldMk cId="2243304643" sldId="2141413673"/>
            <ac:spMk id="620" creationId="{525ED55C-9D2E-BBF5-B9CD-1A2B6094215A}"/>
          </ac:spMkLst>
        </pc:spChg>
        <pc:spChg chg="mod">
          <ac:chgData name="Raed Al Dado" userId="2a5f184e-4aba-4f63-a584-e11d5c21bcde" providerId="ADAL" clId="{791FDFD2-CDA3-4802-8D57-BE94EA52F79E}" dt="2025-06-04T08:03:38.005" v="104" actId="1076"/>
          <ac:spMkLst>
            <pc:docMk/>
            <pc:sldMk cId="2243304643" sldId="2141413673"/>
            <ac:spMk id="623" creationId="{2C9FA663-4C6A-2750-FE13-FA97B25345E0}"/>
          </ac:spMkLst>
        </pc:spChg>
        <pc:spChg chg="mod">
          <ac:chgData name="Raed Al Dado" userId="2a5f184e-4aba-4f63-a584-e11d5c21bcde" providerId="ADAL" clId="{791FDFD2-CDA3-4802-8D57-BE94EA52F79E}" dt="2025-06-04T08:03:30.559" v="103" actId="1076"/>
          <ac:spMkLst>
            <pc:docMk/>
            <pc:sldMk cId="2243304643" sldId="2141413673"/>
            <ac:spMk id="624" creationId="{52201FC0-7D47-8ED2-DA6F-FF235DE1682C}"/>
          </ac:spMkLst>
        </pc:spChg>
        <pc:spChg chg="mod">
          <ac:chgData name="Raed Al Dado" userId="2a5f184e-4aba-4f63-a584-e11d5c21bcde" providerId="ADAL" clId="{791FDFD2-CDA3-4802-8D57-BE94EA52F79E}" dt="2025-06-04T08:02:52.148" v="101" actId="1076"/>
          <ac:spMkLst>
            <pc:docMk/>
            <pc:sldMk cId="2243304643" sldId="2141413673"/>
            <ac:spMk id="632" creationId="{3B670DC3-18BC-D315-C2F7-C0CED6F1B4D8}"/>
          </ac:spMkLst>
        </pc:spChg>
        <pc:spChg chg="mod">
          <ac:chgData name="Raed Al Dado" userId="2a5f184e-4aba-4f63-a584-e11d5c21bcde" providerId="ADAL" clId="{791FDFD2-CDA3-4802-8D57-BE94EA52F79E}" dt="2025-06-04T08:02:50.090" v="100" actId="1076"/>
          <ac:spMkLst>
            <pc:docMk/>
            <pc:sldMk cId="2243304643" sldId="2141413673"/>
            <ac:spMk id="633" creationId="{75009E3B-2762-F5D4-F6A4-D57793584C68}"/>
          </ac:spMkLst>
        </pc:spChg>
        <pc:spChg chg="mod">
          <ac:chgData name="Raed Al Dado" userId="2a5f184e-4aba-4f63-a584-e11d5c21bcde" providerId="ADAL" clId="{791FDFD2-CDA3-4802-8D57-BE94EA52F79E}" dt="2025-06-04T08:04:02.668" v="107" actId="1076"/>
          <ac:spMkLst>
            <pc:docMk/>
            <pc:sldMk cId="2243304643" sldId="2141413673"/>
            <ac:spMk id="636" creationId="{D9ABEE00-FFD8-9F76-4EF9-0BF52803BC87}"/>
          </ac:spMkLst>
        </pc:spChg>
        <pc:spChg chg="mod">
          <ac:chgData name="Raed Al Dado" userId="2a5f184e-4aba-4f63-a584-e11d5c21bcde" providerId="ADAL" clId="{791FDFD2-CDA3-4802-8D57-BE94EA52F79E}" dt="2025-06-04T08:03:58.813" v="106" actId="1076"/>
          <ac:spMkLst>
            <pc:docMk/>
            <pc:sldMk cId="2243304643" sldId="2141413673"/>
            <ac:spMk id="637" creationId="{E795DDA6-E11D-22AC-B6FD-63C53787CE98}"/>
          </ac:spMkLst>
        </pc:spChg>
        <pc:grpChg chg="add mod">
          <ac:chgData name="Raed Al Dado" userId="2a5f184e-4aba-4f63-a584-e11d5c21bcde" providerId="ADAL" clId="{791FDFD2-CDA3-4802-8D57-BE94EA52F79E}" dt="2025-06-04T09:04:59.389" v="197"/>
          <ac:grpSpMkLst>
            <pc:docMk/>
            <pc:sldMk cId="2243304643" sldId="2141413673"/>
            <ac:grpSpMk id="6" creationId="{D18923A9-8B63-0FBD-8C62-107B8062B9F5}"/>
          </ac:grpSpMkLst>
        </pc:grpChg>
        <pc:grpChg chg="add mod">
          <ac:chgData name="Raed Al Dado" userId="2a5f184e-4aba-4f63-a584-e11d5c21bcde" providerId="ADAL" clId="{791FDFD2-CDA3-4802-8D57-BE94EA52F79E}" dt="2025-06-04T09:04:59.452" v="198"/>
          <ac:grpSpMkLst>
            <pc:docMk/>
            <pc:sldMk cId="2243304643" sldId="2141413673"/>
            <ac:grpSpMk id="11" creationId="{C2B000DE-6508-4572-D90C-9CC78C166C61}"/>
          </ac:grpSpMkLst>
        </pc:grpChg>
        <pc:grpChg chg="mod">
          <ac:chgData name="Raed Al Dado" userId="2a5f184e-4aba-4f63-a584-e11d5c21bcde" providerId="ADAL" clId="{791FDFD2-CDA3-4802-8D57-BE94EA52F79E}" dt="2025-06-04T07:32:22.093" v="51"/>
          <ac:grpSpMkLst>
            <pc:docMk/>
            <pc:sldMk cId="2243304643" sldId="2141413673"/>
            <ac:grpSpMk id="622" creationId="{1AD83512-C075-F394-1201-DECA2699ECA9}"/>
          </ac:grpSpMkLst>
        </pc:grpChg>
        <pc:grpChg chg="mod">
          <ac:chgData name="Raed Al Dado" userId="2a5f184e-4aba-4f63-a584-e11d5c21bcde" providerId="ADAL" clId="{791FDFD2-CDA3-4802-8D57-BE94EA52F79E}" dt="2025-06-04T07:17:23.943" v="2"/>
          <ac:grpSpMkLst>
            <pc:docMk/>
            <pc:sldMk cId="2243304643" sldId="2141413673"/>
            <ac:grpSpMk id="631" creationId="{4AC47C16-830B-2497-D8C8-429367F7CD6B}"/>
          </ac:grpSpMkLst>
        </pc:grpChg>
        <pc:grpChg chg="mod">
          <ac:chgData name="Raed Al Dado" userId="2a5f184e-4aba-4f63-a584-e11d5c21bcde" providerId="ADAL" clId="{791FDFD2-CDA3-4802-8D57-BE94EA52F79E}" dt="2025-06-04T07:41:34.393" v="74"/>
          <ac:grpSpMkLst>
            <pc:docMk/>
            <pc:sldMk cId="2243304643" sldId="2141413673"/>
            <ac:grpSpMk id="635" creationId="{8C519B0C-0087-3BE7-958B-AEE20C6013AC}"/>
          </ac:grpSpMkLst>
        </pc:grpChg>
        <pc:picChg chg="mod">
          <ac:chgData name="Raed Al Dado" userId="2a5f184e-4aba-4f63-a584-e11d5c21bcde" providerId="ADAL" clId="{791FDFD2-CDA3-4802-8D57-BE94EA52F79E}" dt="2025-06-04T07:20:26.371" v="45" actId="1076"/>
          <ac:picMkLst>
            <pc:docMk/>
            <pc:sldMk cId="2243304643" sldId="2141413673"/>
            <ac:picMk id="3" creationId="{C3BE142C-4CFA-EC31-BA05-0ACE30F4C59D}"/>
          </ac:picMkLst>
        </pc:picChg>
        <pc:picChg chg="add mod">
          <ac:chgData name="Raed Al Dado" userId="2a5f184e-4aba-4f63-a584-e11d5c21bcde" providerId="ADAL" clId="{791FDFD2-CDA3-4802-8D57-BE94EA52F79E}" dt="2025-06-04T09:04:37.469" v="192" actId="1076"/>
          <ac:picMkLst>
            <pc:docMk/>
            <pc:sldMk cId="2243304643" sldId="2141413673"/>
            <ac:picMk id="5" creationId="{B239FC99-6A52-5BA2-10F0-30A48F2495CE}"/>
          </ac:picMkLst>
        </pc:picChg>
        <pc:picChg chg="add mod">
          <ac:chgData name="Raed Al Dado" userId="2a5f184e-4aba-4f63-a584-e11d5c21bcde" providerId="ADAL" clId="{791FDFD2-CDA3-4802-8D57-BE94EA52F79E}" dt="2025-06-04T09:04:59.389" v="197"/>
          <ac:picMkLst>
            <pc:docMk/>
            <pc:sldMk cId="2243304643" sldId="2141413673"/>
            <ac:picMk id="10" creationId="{8E3D5CF2-9B28-1CD9-6163-2A234C07A028}"/>
          </ac:picMkLst>
        </pc:picChg>
        <pc:picChg chg="add mod">
          <ac:chgData name="Raed Al Dado" userId="2a5f184e-4aba-4f63-a584-e11d5c21bcde" providerId="ADAL" clId="{791FDFD2-CDA3-4802-8D57-BE94EA52F79E}" dt="2025-06-04T09:04:59.452" v="198"/>
          <ac:picMkLst>
            <pc:docMk/>
            <pc:sldMk cId="2243304643" sldId="2141413673"/>
            <ac:picMk id="15" creationId="{5B540FD8-8C81-8CE9-DA8E-F545A07CFC56}"/>
          </ac:picMkLst>
        </pc:picChg>
        <pc:picChg chg="add del mod">
          <ac:chgData name="Raed Al Dado" userId="2a5f184e-4aba-4f63-a584-e11d5c21bcde" providerId="ADAL" clId="{791FDFD2-CDA3-4802-8D57-BE94EA52F79E}" dt="2025-06-04T09:06:12.644" v="207" actId="478"/>
          <ac:picMkLst>
            <pc:docMk/>
            <pc:sldMk cId="2243304643" sldId="2141413673"/>
            <ac:picMk id="17" creationId="{1DBA48EF-CCA5-8320-5F25-80C54613D3A3}"/>
          </ac:picMkLst>
        </pc:picChg>
        <pc:picChg chg="add del mod">
          <ac:chgData name="Raed Al Dado" userId="2a5f184e-4aba-4f63-a584-e11d5c21bcde" providerId="ADAL" clId="{791FDFD2-CDA3-4802-8D57-BE94EA52F79E}" dt="2025-06-04T09:07:21.049" v="216" actId="478"/>
          <ac:picMkLst>
            <pc:docMk/>
            <pc:sldMk cId="2243304643" sldId="2141413673"/>
            <ac:picMk id="19" creationId="{09D74103-3079-5D6C-C6FD-2339468951B7}"/>
          </ac:picMkLst>
        </pc:picChg>
        <pc:picChg chg="add del mod">
          <ac:chgData name="Raed Al Dado" userId="2a5f184e-4aba-4f63-a584-e11d5c21bcde" providerId="ADAL" clId="{791FDFD2-CDA3-4802-8D57-BE94EA52F79E}" dt="2025-06-04T09:07:17.325" v="215" actId="478"/>
          <ac:picMkLst>
            <pc:docMk/>
            <pc:sldMk cId="2243304643" sldId="2141413673"/>
            <ac:picMk id="21" creationId="{32FAD41A-E576-19DF-441D-2AD1D13B6B2C}"/>
          </ac:picMkLst>
        </pc:picChg>
        <pc:picChg chg="add mod">
          <ac:chgData name="Raed Al Dado" userId="2a5f184e-4aba-4f63-a584-e11d5c21bcde" providerId="ADAL" clId="{791FDFD2-CDA3-4802-8D57-BE94EA52F79E}" dt="2025-06-04T09:10:51.960" v="228" actId="1076"/>
          <ac:picMkLst>
            <pc:docMk/>
            <pc:sldMk cId="2243304643" sldId="2141413673"/>
            <ac:picMk id="23" creationId="{B1328AEA-F8DC-A7F5-E165-729596CFA78D}"/>
          </ac:picMkLst>
        </pc:picChg>
        <pc:picChg chg="add mod modCrop">
          <ac:chgData name="Raed Al Dado" userId="2a5f184e-4aba-4f63-a584-e11d5c21bcde" providerId="ADAL" clId="{791FDFD2-CDA3-4802-8D57-BE94EA52F79E}" dt="2025-06-04T09:11:21.393" v="235" actId="1076"/>
          <ac:picMkLst>
            <pc:docMk/>
            <pc:sldMk cId="2243304643" sldId="2141413673"/>
            <ac:picMk id="25" creationId="{ACC50308-F8F6-52F7-09A7-5A1555C0D50F}"/>
          </ac:picMkLst>
        </pc:picChg>
        <pc:picChg chg="del">
          <ac:chgData name="Raed Al Dado" userId="2a5f184e-4aba-4f63-a584-e11d5c21bcde" providerId="ADAL" clId="{791FDFD2-CDA3-4802-8D57-BE94EA52F79E}" dt="2025-06-04T07:47:35.427" v="78" actId="478"/>
          <ac:picMkLst>
            <pc:docMk/>
            <pc:sldMk cId="2243304643" sldId="2141413673"/>
            <ac:picMk id="638" creationId="{0015A33A-595D-4EA9-0588-47A99B2912DD}"/>
          </ac:picMkLst>
        </pc:picChg>
      </pc:sldChg>
      <pc:sldMasterChg chg="delSldLayout">
        <pc:chgData name="Raed Al Dado" userId="2a5f184e-4aba-4f63-a584-e11d5c21bcde" providerId="ADAL" clId="{791FDFD2-CDA3-4802-8D57-BE94EA52F79E}" dt="2025-06-04T07:14:15.732" v="0" actId="47"/>
        <pc:sldMasterMkLst>
          <pc:docMk/>
          <pc:sldMasterMk cId="0" sldId="2147483676"/>
        </pc:sldMasterMkLst>
        <pc:sldLayoutChg chg="del">
          <pc:chgData name="Raed Al Dado" userId="2a5f184e-4aba-4f63-a584-e11d5c21bcde" providerId="ADAL" clId="{791FDFD2-CDA3-4802-8D57-BE94EA52F79E}" dt="2025-06-04T07:14:15.732" v="0" actId="47"/>
          <pc:sldLayoutMkLst>
            <pc:docMk/>
            <pc:sldMasterMk cId="0" sldId="2147483676"/>
            <pc:sldLayoutMk cId="96245029" sldId="214748367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393700" y="2513013"/>
            <a:ext cx="12065000" cy="6786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p1:notes"/>
          <p:cNvSpPr txBox="1">
            <a:spLocks noGrp="1"/>
          </p:cNvSpPr>
          <p:nvPr>
            <p:ph type="body" idx="1"/>
          </p:nvPr>
        </p:nvSpPr>
        <p:spPr>
          <a:xfrm>
            <a:off x="1127404" y="9675666"/>
            <a:ext cx="9022792" cy="7915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90" name="Google Shape;190;p1:notes"/>
          <p:cNvSpPr txBox="1">
            <a:spLocks noGrp="1"/>
          </p:cNvSpPr>
          <p:nvPr>
            <p:ph type="sldNum" idx="12"/>
          </p:nvPr>
        </p:nvSpPr>
        <p:spPr>
          <a:xfrm>
            <a:off x="6387731" y="19096631"/>
            <a:ext cx="4887197" cy="1007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BAED9B9D-885C-4F1F-0A06-CD6A8D88F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:notes">
            <a:extLst>
              <a:ext uri="{FF2B5EF4-FFF2-40B4-BE49-F238E27FC236}">
                <a16:creationId xmlns:a16="http://schemas.microsoft.com/office/drawing/2014/main" id="{65C3E753-5E2D-8BCB-A4C8-79ECC5D652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:notes">
            <a:extLst>
              <a:ext uri="{FF2B5EF4-FFF2-40B4-BE49-F238E27FC236}">
                <a16:creationId xmlns:a16="http://schemas.microsoft.com/office/drawing/2014/main" id="{63B8270E-8B69-70D7-C0F7-7A5B5555F9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750526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84462541-3E4C-B03D-860A-1FF315E2D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:notes">
            <a:extLst>
              <a:ext uri="{FF2B5EF4-FFF2-40B4-BE49-F238E27FC236}">
                <a16:creationId xmlns:a16="http://schemas.microsoft.com/office/drawing/2014/main" id="{2972A0C8-B665-3289-80E5-62C4D8C90F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3:notes">
            <a:extLst>
              <a:ext uri="{FF2B5EF4-FFF2-40B4-BE49-F238E27FC236}">
                <a16:creationId xmlns:a16="http://schemas.microsoft.com/office/drawing/2014/main" id="{7AEEDD5E-9C84-46B0-8420-5F5D566901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4438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>
          <a:extLst>
            <a:ext uri="{FF2B5EF4-FFF2-40B4-BE49-F238E27FC236}">
              <a16:creationId xmlns:a16="http://schemas.microsoft.com/office/drawing/2014/main" id="{46B2AF83-C7DA-C048-E42A-424A43ADB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6:notes">
            <a:extLst>
              <a:ext uri="{FF2B5EF4-FFF2-40B4-BE49-F238E27FC236}">
                <a16:creationId xmlns:a16="http://schemas.microsoft.com/office/drawing/2014/main" id="{2BAB91AD-7F87-EFD3-174D-2ADE8AFA03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393700" y="2513013"/>
            <a:ext cx="12065000" cy="6786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6:notes">
            <a:extLst>
              <a:ext uri="{FF2B5EF4-FFF2-40B4-BE49-F238E27FC236}">
                <a16:creationId xmlns:a16="http://schemas.microsoft.com/office/drawing/2014/main" id="{5592D037-4F25-4682-11F2-0E2C2FD26C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7404" y="9675666"/>
            <a:ext cx="9022792" cy="7915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57" name="Google Shape;257;p6:notes">
            <a:extLst>
              <a:ext uri="{FF2B5EF4-FFF2-40B4-BE49-F238E27FC236}">
                <a16:creationId xmlns:a16="http://schemas.microsoft.com/office/drawing/2014/main" id="{04C01ACA-B618-11FD-2ED2-65D16C3996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387731" y="19096631"/>
            <a:ext cx="4887197" cy="1007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2102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>
          <a:extLst>
            <a:ext uri="{FF2B5EF4-FFF2-40B4-BE49-F238E27FC236}">
              <a16:creationId xmlns:a16="http://schemas.microsoft.com/office/drawing/2014/main" id="{2BDB566E-5786-A111-60E1-6EA5985E7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24:notes">
            <a:extLst>
              <a:ext uri="{FF2B5EF4-FFF2-40B4-BE49-F238E27FC236}">
                <a16:creationId xmlns:a16="http://schemas.microsoft.com/office/drawing/2014/main" id="{AAE6EACE-B3E9-A4CF-1D26-2D07BE80D7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24:notes">
            <a:extLst>
              <a:ext uri="{FF2B5EF4-FFF2-40B4-BE49-F238E27FC236}">
                <a16:creationId xmlns:a16="http://schemas.microsoft.com/office/drawing/2014/main" id="{BEC0949C-0939-F1AA-71AC-EE8E209576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18054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14969064-21DA-F283-D109-4E423404B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8:notes">
            <a:extLst>
              <a:ext uri="{FF2B5EF4-FFF2-40B4-BE49-F238E27FC236}">
                <a16:creationId xmlns:a16="http://schemas.microsoft.com/office/drawing/2014/main" id="{B0C62A2F-6818-96D7-A28C-228CAB4E69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393700" y="2513013"/>
            <a:ext cx="12065000" cy="6786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p8:notes">
            <a:extLst>
              <a:ext uri="{FF2B5EF4-FFF2-40B4-BE49-F238E27FC236}">
                <a16:creationId xmlns:a16="http://schemas.microsoft.com/office/drawing/2014/main" id="{0DC1209B-997B-7797-6F38-F76BFEEC23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7404" y="9675666"/>
            <a:ext cx="9022792" cy="7915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98" name="Google Shape;298;p8:notes">
            <a:extLst>
              <a:ext uri="{FF2B5EF4-FFF2-40B4-BE49-F238E27FC236}">
                <a16:creationId xmlns:a16="http://schemas.microsoft.com/office/drawing/2014/main" id="{55B02408-6A59-F42B-AB34-2E585552F4C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387731" y="19096631"/>
            <a:ext cx="4887197" cy="1007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14926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>
          <a:extLst>
            <a:ext uri="{FF2B5EF4-FFF2-40B4-BE49-F238E27FC236}">
              <a16:creationId xmlns:a16="http://schemas.microsoft.com/office/drawing/2014/main" id="{54A2B62F-BC3F-827C-B891-028468DB6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7:notes">
            <a:extLst>
              <a:ext uri="{FF2B5EF4-FFF2-40B4-BE49-F238E27FC236}">
                <a16:creationId xmlns:a16="http://schemas.microsoft.com/office/drawing/2014/main" id="{F10943A1-AE56-D390-2D9C-39C198F9B3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17:notes">
            <a:extLst>
              <a:ext uri="{FF2B5EF4-FFF2-40B4-BE49-F238E27FC236}">
                <a16:creationId xmlns:a16="http://schemas.microsoft.com/office/drawing/2014/main" id="{C2C76B8E-65B4-E5CE-AF9B-CA648A84FB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17520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>
          <a:extLst>
            <a:ext uri="{FF2B5EF4-FFF2-40B4-BE49-F238E27FC236}">
              <a16:creationId xmlns:a16="http://schemas.microsoft.com/office/drawing/2014/main" id="{811D1137-E50A-3C69-0D56-3D7598367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5:notes">
            <a:extLst>
              <a:ext uri="{FF2B5EF4-FFF2-40B4-BE49-F238E27FC236}">
                <a16:creationId xmlns:a16="http://schemas.microsoft.com/office/drawing/2014/main" id="{925B3FBA-5F58-0A90-6AD9-81A28E7CB6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5:notes">
            <a:extLst>
              <a:ext uri="{FF2B5EF4-FFF2-40B4-BE49-F238E27FC236}">
                <a16:creationId xmlns:a16="http://schemas.microsoft.com/office/drawing/2014/main" id="{47DE7894-34B2-45EB-EB61-A55876BC8E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5:notes">
            <a:extLst>
              <a:ext uri="{FF2B5EF4-FFF2-40B4-BE49-F238E27FC236}">
                <a16:creationId xmlns:a16="http://schemas.microsoft.com/office/drawing/2014/main" id="{A6EFE7C7-3F08-1DF4-5554-A06E18D613C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054017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921" name="Google Shape;92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22" name="Google Shape;922;p26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393700" y="2513013"/>
            <a:ext cx="12065000" cy="6786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3" name="Google Shape;963;p27:notes"/>
          <p:cNvSpPr txBox="1">
            <a:spLocks noGrp="1"/>
          </p:cNvSpPr>
          <p:nvPr>
            <p:ph type="body" idx="1"/>
          </p:nvPr>
        </p:nvSpPr>
        <p:spPr>
          <a:xfrm>
            <a:off x="1127404" y="9675666"/>
            <a:ext cx="9022792" cy="7915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64" name="Google Shape;964;p27:notes"/>
          <p:cNvSpPr txBox="1">
            <a:spLocks noGrp="1"/>
          </p:cNvSpPr>
          <p:nvPr>
            <p:ph type="sldNum" idx="12"/>
          </p:nvPr>
        </p:nvSpPr>
        <p:spPr>
          <a:xfrm>
            <a:off x="6387731" y="19096631"/>
            <a:ext cx="4887197" cy="1007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Slide">
  <p:cSld name="Default Slid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Slide 5">
  <p:cSld name="Team Slide 5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>
            <a:spLocks noGrp="1"/>
          </p:cNvSpPr>
          <p:nvPr>
            <p:ph type="pic" idx="2"/>
          </p:nvPr>
        </p:nvSpPr>
        <p:spPr>
          <a:xfrm>
            <a:off x="5642705" y="380361"/>
            <a:ext cx="1642849" cy="1642421"/>
          </a:xfrm>
          <a:prstGeom prst="rect">
            <a:avLst/>
          </a:prstGeom>
          <a:solidFill>
            <a:srgbClr val="DBDADA"/>
          </a:solidFill>
          <a:ln>
            <a:noFill/>
          </a:ln>
        </p:spPr>
      </p:sp>
      <p:sp>
        <p:nvSpPr>
          <p:cNvPr id="40" name="Google Shape;40;p7"/>
          <p:cNvSpPr>
            <a:spLocks noGrp="1"/>
          </p:cNvSpPr>
          <p:nvPr>
            <p:ph type="pic" idx="3"/>
          </p:nvPr>
        </p:nvSpPr>
        <p:spPr>
          <a:xfrm>
            <a:off x="9667409" y="380361"/>
            <a:ext cx="1642848" cy="1642421"/>
          </a:xfrm>
          <a:prstGeom prst="rect">
            <a:avLst/>
          </a:prstGeom>
          <a:solidFill>
            <a:srgbClr val="DBDADA"/>
          </a:solidFill>
          <a:ln>
            <a:noFill/>
          </a:ln>
        </p:spPr>
      </p:sp>
      <p:sp>
        <p:nvSpPr>
          <p:cNvPr id="41" name="Google Shape;41;p7"/>
          <p:cNvSpPr>
            <a:spLocks noGrp="1"/>
          </p:cNvSpPr>
          <p:nvPr>
            <p:ph type="pic" idx="4"/>
          </p:nvPr>
        </p:nvSpPr>
        <p:spPr>
          <a:xfrm>
            <a:off x="7670167" y="1789328"/>
            <a:ext cx="1642849" cy="1642421"/>
          </a:xfrm>
          <a:prstGeom prst="rect">
            <a:avLst/>
          </a:prstGeom>
          <a:solidFill>
            <a:srgbClr val="DBDADA"/>
          </a:solidFill>
          <a:ln>
            <a:noFill/>
          </a:ln>
        </p:spPr>
      </p:sp>
      <p:sp>
        <p:nvSpPr>
          <p:cNvPr id="42" name="Google Shape;42;p7"/>
          <p:cNvSpPr>
            <a:spLocks noGrp="1"/>
          </p:cNvSpPr>
          <p:nvPr>
            <p:ph type="pic" idx="5"/>
          </p:nvPr>
        </p:nvSpPr>
        <p:spPr>
          <a:xfrm>
            <a:off x="5642705" y="3431749"/>
            <a:ext cx="1642849" cy="1642421"/>
          </a:xfrm>
          <a:prstGeom prst="rect">
            <a:avLst/>
          </a:prstGeom>
          <a:solidFill>
            <a:srgbClr val="DBDADA"/>
          </a:solidFill>
          <a:ln>
            <a:noFill/>
          </a:ln>
        </p:spPr>
      </p:sp>
      <p:sp>
        <p:nvSpPr>
          <p:cNvPr id="43" name="Google Shape;43;p7"/>
          <p:cNvSpPr>
            <a:spLocks noGrp="1"/>
          </p:cNvSpPr>
          <p:nvPr>
            <p:ph type="pic" idx="6"/>
          </p:nvPr>
        </p:nvSpPr>
        <p:spPr>
          <a:xfrm>
            <a:off x="9667409" y="3431749"/>
            <a:ext cx="1642848" cy="1642421"/>
          </a:xfrm>
          <a:prstGeom prst="rect">
            <a:avLst/>
          </a:prstGeom>
          <a:solidFill>
            <a:srgbClr val="DBDADA"/>
          </a:solidFill>
          <a:ln>
            <a:noFill/>
          </a:ln>
        </p:spPr>
      </p:sp>
      <p:sp>
        <p:nvSpPr>
          <p:cNvPr id="44" name="Google Shape;44;p7"/>
          <p:cNvSpPr>
            <a:spLocks noGrp="1"/>
          </p:cNvSpPr>
          <p:nvPr>
            <p:ph type="pic" idx="7"/>
          </p:nvPr>
        </p:nvSpPr>
        <p:spPr>
          <a:xfrm>
            <a:off x="7670167" y="4840716"/>
            <a:ext cx="1642849" cy="1642421"/>
          </a:xfrm>
          <a:prstGeom prst="rect">
            <a:avLst/>
          </a:prstGeom>
          <a:solidFill>
            <a:srgbClr val="DBDADA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1666363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1"/>
          </p:nvPr>
        </p:nvSpPr>
        <p:spPr>
          <a:xfrm>
            <a:off x="838201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9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9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dt" idx="10"/>
          </p:nvPr>
        </p:nvSpPr>
        <p:spPr>
          <a:xfrm>
            <a:off x="83820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80982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dt" idx="10"/>
          </p:nvPr>
        </p:nvSpPr>
        <p:spPr>
          <a:xfrm>
            <a:off x="83820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0" name="Google Shape;110;p17"/>
          <p:cNvGrpSpPr/>
          <p:nvPr/>
        </p:nvGrpSpPr>
        <p:grpSpPr>
          <a:xfrm>
            <a:off x="382001" y="6356180"/>
            <a:ext cx="278060" cy="317297"/>
            <a:chOff x="629904" y="10452384"/>
            <a:chExt cx="458510" cy="521777"/>
          </a:xfrm>
        </p:grpSpPr>
        <p:sp>
          <p:nvSpPr>
            <p:cNvPr id="111" name="Google Shape;111;p17"/>
            <p:cNvSpPr/>
            <p:nvPr/>
          </p:nvSpPr>
          <p:spPr>
            <a:xfrm>
              <a:off x="876960" y="10452384"/>
              <a:ext cx="211454" cy="412115"/>
            </a:xfrm>
            <a:custGeom>
              <a:avLst/>
              <a:gdLst/>
              <a:ahLst/>
              <a:cxnLst/>
              <a:rect l="l" t="t" r="r" b="b"/>
              <a:pathLst>
                <a:path w="211455" h="412115" extrusionOk="0">
                  <a:moveTo>
                    <a:pt x="179305" y="0"/>
                  </a:moveTo>
                  <a:lnTo>
                    <a:pt x="0" y="0"/>
                  </a:lnTo>
                  <a:lnTo>
                    <a:pt x="0" y="63896"/>
                  </a:lnTo>
                  <a:lnTo>
                    <a:pt x="102027" y="63896"/>
                  </a:lnTo>
                  <a:lnTo>
                    <a:pt x="0" y="165734"/>
                  </a:lnTo>
                  <a:lnTo>
                    <a:pt x="0" y="411773"/>
                  </a:lnTo>
                  <a:lnTo>
                    <a:pt x="19203" y="399886"/>
                  </a:lnTo>
                  <a:lnTo>
                    <a:pt x="36260" y="387846"/>
                  </a:lnTo>
                  <a:lnTo>
                    <a:pt x="51292" y="375764"/>
                  </a:lnTo>
                  <a:lnTo>
                    <a:pt x="64420" y="363747"/>
                  </a:lnTo>
                  <a:lnTo>
                    <a:pt x="64420" y="191709"/>
                  </a:lnTo>
                  <a:lnTo>
                    <a:pt x="147222" y="109065"/>
                  </a:lnTo>
                  <a:lnTo>
                    <a:pt x="147222" y="210306"/>
                  </a:lnTo>
                  <a:lnTo>
                    <a:pt x="211119" y="210306"/>
                  </a:lnTo>
                  <a:lnTo>
                    <a:pt x="211119" y="31814"/>
                  </a:lnTo>
                  <a:lnTo>
                    <a:pt x="208618" y="19428"/>
                  </a:lnTo>
                  <a:lnTo>
                    <a:pt x="201800" y="9316"/>
                  </a:lnTo>
                  <a:lnTo>
                    <a:pt x="191687" y="2499"/>
                  </a:lnTo>
                  <a:lnTo>
                    <a:pt x="179305" y="0"/>
                  </a:lnTo>
                  <a:close/>
                </a:path>
              </a:pathLst>
            </a:custGeom>
            <a:solidFill>
              <a:srgbClr val="00B3B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92"/>
                <a:buFont typeface="Calibri"/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17"/>
            <p:cNvSpPr/>
            <p:nvPr/>
          </p:nvSpPr>
          <p:spPr>
            <a:xfrm>
              <a:off x="629904" y="10694126"/>
              <a:ext cx="458470" cy="280035"/>
            </a:xfrm>
            <a:custGeom>
              <a:avLst/>
              <a:gdLst/>
              <a:ahLst/>
              <a:cxnLst/>
              <a:rect l="l" t="t" r="r" b="b"/>
              <a:pathLst>
                <a:path w="458470" h="280034" extrusionOk="0">
                  <a:moveTo>
                    <a:pt x="458174" y="0"/>
                  </a:moveTo>
                  <a:lnTo>
                    <a:pt x="394185" y="0"/>
                  </a:lnTo>
                  <a:lnTo>
                    <a:pt x="394185" y="25195"/>
                  </a:lnTo>
                  <a:lnTo>
                    <a:pt x="392362" y="36907"/>
                  </a:lnTo>
                  <a:lnTo>
                    <a:pt x="368859" y="93248"/>
                  </a:lnTo>
                  <a:lnTo>
                    <a:pt x="339863" y="131168"/>
                  </a:lnTo>
                  <a:lnTo>
                    <a:pt x="294492" y="171113"/>
                  </a:lnTo>
                  <a:lnTo>
                    <a:pt x="229087" y="209730"/>
                  </a:lnTo>
                  <a:lnTo>
                    <a:pt x="163274" y="170818"/>
                  </a:lnTo>
                  <a:lnTo>
                    <a:pt x="117768" y="130593"/>
                  </a:lnTo>
                  <a:lnTo>
                    <a:pt x="88827" y="92494"/>
                  </a:lnTo>
                  <a:lnTo>
                    <a:pt x="65678" y="36425"/>
                  </a:lnTo>
                  <a:lnTo>
                    <a:pt x="63988" y="25333"/>
                  </a:lnTo>
                  <a:lnTo>
                    <a:pt x="63988" y="0"/>
                  </a:lnTo>
                  <a:lnTo>
                    <a:pt x="0" y="0"/>
                  </a:lnTo>
                  <a:lnTo>
                    <a:pt x="0" y="27266"/>
                  </a:lnTo>
                  <a:lnTo>
                    <a:pt x="804" y="35854"/>
                  </a:lnTo>
                  <a:lnTo>
                    <a:pt x="13538" y="83613"/>
                  </a:lnTo>
                  <a:lnTo>
                    <a:pt x="30000" y="118189"/>
                  </a:lnTo>
                  <a:lnTo>
                    <a:pt x="56215" y="156833"/>
                  </a:lnTo>
                  <a:lnTo>
                    <a:pt x="94449" y="197247"/>
                  </a:lnTo>
                  <a:lnTo>
                    <a:pt x="146968" y="237134"/>
                  </a:lnTo>
                  <a:lnTo>
                    <a:pt x="216040" y="274196"/>
                  </a:lnTo>
                  <a:lnTo>
                    <a:pt x="229087" y="280022"/>
                  </a:lnTo>
                  <a:lnTo>
                    <a:pt x="242133" y="274196"/>
                  </a:lnTo>
                  <a:lnTo>
                    <a:pt x="311205" y="237134"/>
                  </a:lnTo>
                  <a:lnTo>
                    <a:pt x="363724" y="197247"/>
                  </a:lnTo>
                  <a:lnTo>
                    <a:pt x="401958" y="156833"/>
                  </a:lnTo>
                  <a:lnTo>
                    <a:pt x="428173" y="118189"/>
                  </a:lnTo>
                  <a:lnTo>
                    <a:pt x="444636" y="83613"/>
                  </a:lnTo>
                  <a:lnTo>
                    <a:pt x="457369" y="35854"/>
                  </a:lnTo>
                  <a:lnTo>
                    <a:pt x="458174" y="27266"/>
                  </a:lnTo>
                  <a:lnTo>
                    <a:pt x="458174" y="0"/>
                  </a:lnTo>
                  <a:close/>
                </a:path>
              </a:pathLst>
            </a:custGeom>
            <a:solidFill>
              <a:srgbClr val="08155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92"/>
                <a:buFont typeface="Calibri"/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7"/>
            <p:cNvSpPr/>
            <p:nvPr/>
          </p:nvSpPr>
          <p:spPr>
            <a:xfrm>
              <a:off x="629904" y="10452384"/>
              <a:ext cx="211454" cy="412115"/>
            </a:xfrm>
            <a:custGeom>
              <a:avLst/>
              <a:gdLst/>
              <a:ahLst/>
              <a:cxnLst/>
              <a:rect l="l" t="t" r="r" b="b"/>
              <a:pathLst>
                <a:path w="211455" h="412115" extrusionOk="0">
                  <a:moveTo>
                    <a:pt x="211348" y="0"/>
                  </a:moveTo>
                  <a:lnTo>
                    <a:pt x="31814" y="0"/>
                  </a:lnTo>
                  <a:lnTo>
                    <a:pt x="19431" y="2499"/>
                  </a:lnTo>
                  <a:lnTo>
                    <a:pt x="9318" y="9316"/>
                  </a:lnTo>
                  <a:lnTo>
                    <a:pt x="2500" y="19428"/>
                  </a:lnTo>
                  <a:lnTo>
                    <a:pt x="0" y="31814"/>
                  </a:lnTo>
                  <a:lnTo>
                    <a:pt x="0" y="210306"/>
                  </a:lnTo>
                  <a:lnTo>
                    <a:pt x="63896" y="210306"/>
                  </a:lnTo>
                  <a:lnTo>
                    <a:pt x="63896" y="109065"/>
                  </a:lnTo>
                  <a:lnTo>
                    <a:pt x="146921" y="191932"/>
                  </a:lnTo>
                  <a:lnTo>
                    <a:pt x="146921" y="364121"/>
                  </a:lnTo>
                  <a:lnTo>
                    <a:pt x="192154" y="400076"/>
                  </a:lnTo>
                  <a:lnTo>
                    <a:pt x="211348" y="411911"/>
                  </a:lnTo>
                  <a:lnTo>
                    <a:pt x="211348" y="165957"/>
                  </a:lnTo>
                  <a:lnTo>
                    <a:pt x="109091" y="63896"/>
                  </a:lnTo>
                  <a:lnTo>
                    <a:pt x="211348" y="63896"/>
                  </a:lnTo>
                  <a:lnTo>
                    <a:pt x="211348" y="0"/>
                  </a:lnTo>
                  <a:close/>
                </a:path>
              </a:pathLst>
            </a:custGeom>
            <a:solidFill>
              <a:srgbClr val="007A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92"/>
                <a:buFont typeface="Calibri"/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4" name="Google Shape;11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28963" y="6466841"/>
            <a:ext cx="662421" cy="242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83"/>
              <a:buFont typeface="Calibri"/>
              <a:buNone/>
              <a:defRPr sz="5983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997"/>
              </a:spcBef>
              <a:spcAft>
                <a:spcPts val="0"/>
              </a:spcAft>
              <a:buClr>
                <a:schemeClr val="dk1"/>
              </a:buClr>
              <a:buSzPts val="2393"/>
              <a:buNone/>
              <a:defRPr sz="2393"/>
            </a:lvl1pPr>
            <a:lvl2pPr lvl="1" algn="ctr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994"/>
              <a:buNone/>
              <a:defRPr sz="1994"/>
            </a:lvl2pPr>
            <a:lvl3pPr lvl="2" algn="ctr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795"/>
              <a:buNone/>
              <a:defRPr sz="1795"/>
            </a:lvl3pPr>
            <a:lvl4pPr lvl="3" algn="ctr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595"/>
              <a:buNone/>
              <a:defRPr sz="1595"/>
            </a:lvl4pPr>
            <a:lvl5pPr lvl="4" algn="ctr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595"/>
              <a:buNone/>
              <a:defRPr sz="1595"/>
            </a:lvl5pPr>
            <a:lvl6pPr lvl="5" algn="ctr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595"/>
              <a:buNone/>
              <a:defRPr sz="1595"/>
            </a:lvl6pPr>
            <a:lvl7pPr lvl="6" algn="ctr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595"/>
              <a:buNone/>
              <a:defRPr sz="1595"/>
            </a:lvl7pPr>
            <a:lvl8pPr lvl="7" algn="ctr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595"/>
              <a:buNone/>
              <a:defRPr sz="1595"/>
            </a:lvl8pPr>
            <a:lvl9pPr lvl="8" algn="ctr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595"/>
              <a:buNone/>
              <a:defRPr sz="1595"/>
            </a:lvl9pPr>
          </a:lstStyle>
          <a:p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dt" idx="10"/>
          </p:nvPr>
        </p:nvSpPr>
        <p:spPr>
          <a:xfrm>
            <a:off x="83820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9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dt" idx="10"/>
          </p:nvPr>
        </p:nvSpPr>
        <p:spPr>
          <a:xfrm>
            <a:off x="83820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83"/>
              <a:buFont typeface="Calibri"/>
              <a:buNone/>
              <a:defRPr sz="5983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97"/>
              </a:spcBef>
              <a:spcAft>
                <a:spcPts val="0"/>
              </a:spcAft>
              <a:buClr>
                <a:srgbClr val="888888"/>
              </a:buClr>
              <a:buSzPts val="2393"/>
              <a:buNone/>
              <a:defRPr sz="2393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rgbClr val="888888"/>
              </a:buClr>
              <a:buSzPts val="1994"/>
              <a:buNone/>
              <a:defRPr sz="1994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rgbClr val="888888"/>
              </a:buClr>
              <a:buSzPts val="1795"/>
              <a:buNone/>
              <a:defRPr sz="1795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rgbClr val="888888"/>
              </a:buClr>
              <a:buSzPts val="1595"/>
              <a:buNone/>
              <a:defRPr sz="1595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rgbClr val="888888"/>
              </a:buClr>
              <a:buSzPts val="1595"/>
              <a:buNone/>
              <a:defRPr sz="1595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rgbClr val="888888"/>
              </a:buClr>
              <a:buSzPts val="1595"/>
              <a:buNone/>
              <a:defRPr sz="1595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rgbClr val="888888"/>
              </a:buClr>
              <a:buSzPts val="1595"/>
              <a:buNone/>
              <a:defRPr sz="1595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rgbClr val="888888"/>
              </a:buClr>
              <a:buSzPts val="1595"/>
              <a:buNone/>
              <a:defRPr sz="1595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rgbClr val="888888"/>
              </a:buClr>
              <a:buSzPts val="1595"/>
              <a:buNone/>
              <a:defRPr sz="1595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dt" idx="10"/>
          </p:nvPr>
        </p:nvSpPr>
        <p:spPr>
          <a:xfrm>
            <a:off x="83820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97"/>
              </a:spcBef>
              <a:spcAft>
                <a:spcPts val="0"/>
              </a:spcAft>
              <a:buClr>
                <a:schemeClr val="dk1"/>
              </a:buClr>
              <a:buSzPts val="2393"/>
              <a:buNone/>
              <a:defRPr sz="2393" b="1"/>
            </a:lvl1pPr>
            <a:lvl2pPr marL="914400" lvl="1" indent="-2286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994"/>
              <a:buNone/>
              <a:defRPr sz="1994" b="1"/>
            </a:lvl2pPr>
            <a:lvl3pPr marL="1371600" lvl="2" indent="-2286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795"/>
              <a:buNone/>
              <a:defRPr sz="1795" b="1"/>
            </a:lvl3pPr>
            <a:lvl4pPr marL="1828800" lvl="3" indent="-2286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595"/>
              <a:buNone/>
              <a:defRPr sz="1595" b="1"/>
            </a:lvl4pPr>
            <a:lvl5pPr marL="2286000" lvl="4" indent="-2286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595"/>
              <a:buNone/>
              <a:defRPr sz="1595" b="1"/>
            </a:lvl5pPr>
            <a:lvl6pPr marL="2743200" lvl="5" indent="-2286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595"/>
              <a:buNone/>
              <a:defRPr sz="1595" b="1"/>
            </a:lvl6pPr>
            <a:lvl7pPr marL="3200400" lvl="6" indent="-2286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595"/>
              <a:buNone/>
              <a:defRPr sz="1595" b="1"/>
            </a:lvl7pPr>
            <a:lvl8pPr marL="3657600" lvl="7" indent="-2286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595"/>
              <a:buNone/>
              <a:defRPr sz="1595" b="1"/>
            </a:lvl8pPr>
            <a:lvl9pPr marL="4114800" lvl="8" indent="-2286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595"/>
              <a:buNone/>
              <a:defRPr sz="1595" b="1"/>
            </a:lvl9pPr>
          </a:lstStyle>
          <a:p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9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97"/>
              </a:spcBef>
              <a:spcAft>
                <a:spcPts val="0"/>
              </a:spcAft>
              <a:buClr>
                <a:schemeClr val="dk1"/>
              </a:buClr>
              <a:buSzPts val="2393"/>
              <a:buNone/>
              <a:defRPr sz="2393" b="1"/>
            </a:lvl1pPr>
            <a:lvl2pPr marL="914400" lvl="1" indent="-2286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994"/>
              <a:buNone/>
              <a:defRPr sz="1994" b="1"/>
            </a:lvl2pPr>
            <a:lvl3pPr marL="1371600" lvl="2" indent="-2286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795"/>
              <a:buNone/>
              <a:defRPr sz="1795" b="1"/>
            </a:lvl3pPr>
            <a:lvl4pPr marL="1828800" lvl="3" indent="-2286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595"/>
              <a:buNone/>
              <a:defRPr sz="1595" b="1"/>
            </a:lvl4pPr>
            <a:lvl5pPr marL="2286000" lvl="4" indent="-2286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595"/>
              <a:buNone/>
              <a:defRPr sz="1595" b="1"/>
            </a:lvl5pPr>
            <a:lvl6pPr marL="2743200" lvl="5" indent="-2286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595"/>
              <a:buNone/>
              <a:defRPr sz="1595" b="1"/>
            </a:lvl6pPr>
            <a:lvl7pPr marL="3200400" lvl="6" indent="-2286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595"/>
              <a:buNone/>
              <a:defRPr sz="1595" b="1"/>
            </a:lvl7pPr>
            <a:lvl8pPr marL="3657600" lvl="7" indent="-2286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595"/>
              <a:buNone/>
              <a:defRPr sz="1595" b="1"/>
            </a:lvl8pPr>
            <a:lvl9pPr marL="4114800" lvl="8" indent="-2286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595"/>
              <a:buNone/>
              <a:defRPr sz="1595" b="1"/>
            </a:lvl9pPr>
          </a:lstStyle>
          <a:p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9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dt" idx="10"/>
          </p:nvPr>
        </p:nvSpPr>
        <p:spPr>
          <a:xfrm>
            <a:off x="83820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>
            <a:spLocks noGrp="1"/>
          </p:cNvSpPr>
          <p:nvPr>
            <p:ph type="dt" idx="10"/>
          </p:nvPr>
        </p:nvSpPr>
        <p:spPr>
          <a:xfrm>
            <a:off x="83820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91"/>
              <a:buFont typeface="Calibri"/>
              <a:buNone/>
              <a:defRPr sz="319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228" algn="l">
              <a:lnSpc>
                <a:spcPct val="90000"/>
              </a:lnSpc>
              <a:spcBef>
                <a:spcPts val="997"/>
              </a:spcBef>
              <a:spcAft>
                <a:spcPts val="0"/>
              </a:spcAft>
              <a:buClr>
                <a:schemeClr val="dk1"/>
              </a:buClr>
              <a:buSzPts val="3191"/>
              <a:buChar char="•"/>
              <a:defRPr sz="3191"/>
            </a:lvl1pPr>
            <a:lvl2pPr marL="914400" lvl="1" indent="-405892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2792"/>
              <a:buChar char="•"/>
              <a:defRPr sz="2792"/>
            </a:lvl2pPr>
            <a:lvl3pPr marL="1371600" lvl="2" indent="-380555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2393"/>
              <a:buChar char="•"/>
              <a:defRPr sz="2393"/>
            </a:lvl3pPr>
            <a:lvl4pPr marL="1828800" lvl="3" indent="-355219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994"/>
              <a:buChar char="•"/>
              <a:defRPr sz="1994"/>
            </a:lvl4pPr>
            <a:lvl5pPr marL="2286000" lvl="4" indent="-355219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994"/>
              <a:buChar char="•"/>
              <a:defRPr sz="1994"/>
            </a:lvl5pPr>
            <a:lvl6pPr marL="2743200" lvl="5" indent="-355219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994"/>
              <a:buChar char="•"/>
              <a:defRPr sz="1994"/>
            </a:lvl6pPr>
            <a:lvl7pPr marL="3200400" lvl="6" indent="-355219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994"/>
              <a:buChar char="•"/>
              <a:defRPr sz="1994"/>
            </a:lvl7pPr>
            <a:lvl8pPr marL="3657600" lvl="7" indent="-355219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994"/>
              <a:buChar char="•"/>
              <a:defRPr sz="1994"/>
            </a:lvl8pPr>
            <a:lvl9pPr marL="4114800" lvl="8" indent="-355219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994"/>
              <a:buChar char="•"/>
              <a:defRPr sz="1994"/>
            </a:lvl9pPr>
          </a:lstStyle>
          <a:p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body" idx="2"/>
          </p:nvPr>
        </p:nvSpPr>
        <p:spPr>
          <a:xfrm>
            <a:off x="839789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97"/>
              </a:spcBef>
              <a:spcAft>
                <a:spcPts val="0"/>
              </a:spcAft>
              <a:buClr>
                <a:schemeClr val="dk1"/>
              </a:buClr>
              <a:buSzPts val="1595"/>
              <a:buNone/>
              <a:defRPr sz="1595"/>
            </a:lvl1pPr>
            <a:lvl2pPr marL="914400" lvl="1" indent="-2286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396"/>
              <a:buNone/>
              <a:defRPr sz="1396"/>
            </a:lvl2pPr>
            <a:lvl3pPr marL="1371600" lvl="2" indent="-2286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196"/>
              <a:buNone/>
              <a:defRPr sz="1196"/>
            </a:lvl3pPr>
            <a:lvl4pPr marL="1828800" lvl="3" indent="-2286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997"/>
              <a:buNone/>
              <a:defRPr sz="997"/>
            </a:lvl4pPr>
            <a:lvl5pPr marL="2286000" lvl="4" indent="-2286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997"/>
              <a:buNone/>
              <a:defRPr sz="997"/>
            </a:lvl5pPr>
            <a:lvl6pPr marL="2743200" lvl="5" indent="-2286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997"/>
              <a:buNone/>
              <a:defRPr sz="997"/>
            </a:lvl6pPr>
            <a:lvl7pPr marL="3200400" lvl="6" indent="-2286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997"/>
              <a:buNone/>
              <a:defRPr sz="997"/>
            </a:lvl7pPr>
            <a:lvl8pPr marL="3657600" lvl="7" indent="-2286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997"/>
              <a:buNone/>
              <a:defRPr sz="997"/>
            </a:lvl8pPr>
            <a:lvl9pPr marL="4114800" lvl="8" indent="-2286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997"/>
              <a:buNone/>
              <a:defRPr sz="997"/>
            </a:lvl9pPr>
          </a:lstStyle>
          <a:p>
            <a:endParaRPr/>
          </a:p>
        </p:txBody>
      </p:sp>
      <p:sp>
        <p:nvSpPr>
          <p:cNvPr id="150" name="Google Shape;150;p23"/>
          <p:cNvSpPr txBox="1">
            <a:spLocks noGrp="1"/>
          </p:cNvSpPr>
          <p:nvPr>
            <p:ph type="dt" idx="10"/>
          </p:nvPr>
        </p:nvSpPr>
        <p:spPr>
          <a:xfrm>
            <a:off x="83820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91"/>
              <a:buFont typeface="Calibri"/>
              <a:buNone/>
              <a:defRPr sz="319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56" name="Google Shape;156;p24"/>
          <p:cNvSpPr txBox="1">
            <a:spLocks noGrp="1"/>
          </p:cNvSpPr>
          <p:nvPr>
            <p:ph type="body" idx="1"/>
          </p:nvPr>
        </p:nvSpPr>
        <p:spPr>
          <a:xfrm>
            <a:off x="839789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97"/>
              </a:spcBef>
              <a:spcAft>
                <a:spcPts val="0"/>
              </a:spcAft>
              <a:buClr>
                <a:schemeClr val="dk1"/>
              </a:buClr>
              <a:buSzPts val="1595"/>
              <a:buNone/>
              <a:defRPr sz="1595"/>
            </a:lvl1pPr>
            <a:lvl2pPr marL="914400" lvl="1" indent="-2286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396"/>
              <a:buNone/>
              <a:defRPr sz="1396"/>
            </a:lvl2pPr>
            <a:lvl3pPr marL="1371600" lvl="2" indent="-2286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196"/>
              <a:buNone/>
              <a:defRPr sz="1196"/>
            </a:lvl3pPr>
            <a:lvl4pPr marL="1828800" lvl="3" indent="-2286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997"/>
              <a:buNone/>
              <a:defRPr sz="997"/>
            </a:lvl4pPr>
            <a:lvl5pPr marL="2286000" lvl="4" indent="-2286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997"/>
              <a:buNone/>
              <a:defRPr sz="997"/>
            </a:lvl5pPr>
            <a:lvl6pPr marL="2743200" lvl="5" indent="-2286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997"/>
              <a:buNone/>
              <a:defRPr sz="997"/>
            </a:lvl6pPr>
            <a:lvl7pPr marL="3200400" lvl="6" indent="-2286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997"/>
              <a:buNone/>
              <a:defRPr sz="997"/>
            </a:lvl7pPr>
            <a:lvl8pPr marL="3657600" lvl="7" indent="-2286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997"/>
              <a:buNone/>
              <a:defRPr sz="997"/>
            </a:lvl8pPr>
            <a:lvl9pPr marL="4114800" lvl="8" indent="-2286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997"/>
              <a:buNone/>
              <a:defRPr sz="997"/>
            </a:lvl9pPr>
          </a:lstStyle>
          <a:p>
            <a:endParaRPr/>
          </a:p>
        </p:txBody>
      </p:sp>
      <p:sp>
        <p:nvSpPr>
          <p:cNvPr id="157" name="Google Shape;157;p24"/>
          <p:cNvSpPr txBox="1">
            <a:spLocks noGrp="1"/>
          </p:cNvSpPr>
          <p:nvPr>
            <p:ph type="dt" idx="10"/>
          </p:nvPr>
        </p:nvSpPr>
        <p:spPr>
          <a:xfrm>
            <a:off x="83820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9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25"/>
          <p:cNvSpPr txBox="1">
            <a:spLocks noGrp="1"/>
          </p:cNvSpPr>
          <p:nvPr>
            <p:ph type="dt" idx="10"/>
          </p:nvPr>
        </p:nvSpPr>
        <p:spPr>
          <a:xfrm>
            <a:off x="83820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5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5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9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26"/>
          <p:cNvSpPr txBox="1">
            <a:spLocks noGrp="1"/>
          </p:cNvSpPr>
          <p:nvPr>
            <p:ph type="dt" idx="10"/>
          </p:nvPr>
        </p:nvSpPr>
        <p:spPr>
          <a:xfrm>
            <a:off x="83820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Slide">
  <p:cSld name="Default Slide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>
            <a:spLocks noGrp="1"/>
          </p:cNvSpPr>
          <p:nvPr>
            <p:ph type="pic" idx="2"/>
          </p:nvPr>
        </p:nvSpPr>
        <p:spPr>
          <a:xfrm>
            <a:off x="1400175" y="2069783"/>
            <a:ext cx="2305050" cy="230505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5" name="Google Shape;175;p28"/>
          <p:cNvSpPr>
            <a:spLocks noGrp="1"/>
          </p:cNvSpPr>
          <p:nvPr>
            <p:ph type="pic" idx="3"/>
          </p:nvPr>
        </p:nvSpPr>
        <p:spPr>
          <a:xfrm>
            <a:off x="8486776" y="2069783"/>
            <a:ext cx="2305050" cy="230505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6" name="Google Shape;176;p28"/>
          <p:cNvSpPr>
            <a:spLocks noGrp="1"/>
          </p:cNvSpPr>
          <p:nvPr>
            <p:ph type="pic" idx="4"/>
          </p:nvPr>
        </p:nvSpPr>
        <p:spPr>
          <a:xfrm>
            <a:off x="4695825" y="1574483"/>
            <a:ext cx="2800350" cy="280035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7" name="Google Shape;177;p28"/>
          <p:cNvSpPr txBox="1">
            <a:spLocks noGrp="1"/>
          </p:cNvSpPr>
          <p:nvPr>
            <p:ph type="dt" idx="10"/>
          </p:nvPr>
        </p:nvSpPr>
        <p:spPr>
          <a:xfrm>
            <a:off x="83820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88888"/>
              </a:buClr>
              <a:buSzPts val="1196"/>
              <a:buFont typeface="Calibri"/>
              <a:buNone/>
              <a:defRPr sz="119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Clr>
                <a:srgbClr val="888888"/>
              </a:buClr>
              <a:buSzPts val="1196"/>
              <a:buFont typeface="Calibri"/>
              <a:buNone/>
              <a:defRPr sz="119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Clr>
                <a:srgbClr val="888888"/>
              </a:buClr>
              <a:buSzPts val="1196"/>
              <a:buFont typeface="Calibri"/>
              <a:buNone/>
              <a:defRPr sz="119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Clr>
                <a:srgbClr val="888888"/>
              </a:buClr>
              <a:buSzPts val="1196"/>
              <a:buFont typeface="Calibri"/>
              <a:buNone/>
              <a:defRPr sz="119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Clr>
                <a:srgbClr val="888888"/>
              </a:buClr>
              <a:buSzPts val="1196"/>
              <a:buFont typeface="Calibri"/>
              <a:buNone/>
              <a:defRPr sz="119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Clr>
                <a:srgbClr val="888888"/>
              </a:buClr>
              <a:buSzPts val="1196"/>
              <a:buFont typeface="Calibri"/>
              <a:buNone/>
              <a:defRPr sz="119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Clr>
                <a:srgbClr val="888888"/>
              </a:buClr>
              <a:buSzPts val="1196"/>
              <a:buFont typeface="Calibri"/>
              <a:buNone/>
              <a:defRPr sz="119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Clr>
                <a:srgbClr val="888888"/>
              </a:buClr>
              <a:buSzPts val="1196"/>
              <a:buFont typeface="Calibri"/>
              <a:buNone/>
              <a:defRPr sz="119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Clr>
                <a:srgbClr val="888888"/>
              </a:buClr>
              <a:buSzPts val="1196"/>
              <a:buFont typeface="Calibri"/>
              <a:buNone/>
              <a:defRPr sz="119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3B9"/>
              </a:buClr>
              <a:buSzPts val="5900"/>
              <a:buFont typeface="Figtree Light"/>
              <a:buNone/>
              <a:defRPr sz="3578" b="0" i="0">
                <a:solidFill>
                  <a:srgbClr val="00B3B9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9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514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520954" algn="l">
              <a:lnSpc>
                <a:spcPct val="90000"/>
              </a:lnSpc>
              <a:spcBef>
                <a:spcPts val="997"/>
              </a:spcBef>
              <a:spcAft>
                <a:spcPts val="0"/>
              </a:spcAft>
              <a:buClr>
                <a:schemeClr val="dk1"/>
              </a:buClr>
              <a:buSzPts val="4604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3" name="Google Shape;183;p29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514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520954" algn="l">
              <a:lnSpc>
                <a:spcPct val="90000"/>
              </a:lnSpc>
              <a:spcBef>
                <a:spcPts val="997"/>
              </a:spcBef>
              <a:spcAft>
                <a:spcPts val="0"/>
              </a:spcAft>
              <a:buClr>
                <a:schemeClr val="dk1"/>
              </a:buClr>
              <a:buSzPts val="4604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29"/>
          <p:cNvSpPr txBox="1">
            <a:spLocks noGrp="1"/>
          </p:cNvSpPr>
          <p:nvPr>
            <p:ph type="dt" idx="10"/>
          </p:nvPr>
        </p:nvSpPr>
        <p:spPr>
          <a:xfrm>
            <a:off x="83820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88888"/>
              </a:buClr>
              <a:buSzPts val="1196"/>
              <a:buFont typeface="Calibri"/>
              <a:buNone/>
              <a:defRPr sz="119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Clr>
                <a:srgbClr val="888888"/>
              </a:buClr>
              <a:buSzPts val="1196"/>
              <a:buFont typeface="Calibri"/>
              <a:buNone/>
              <a:defRPr sz="119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Clr>
                <a:srgbClr val="888888"/>
              </a:buClr>
              <a:buSzPts val="1196"/>
              <a:buFont typeface="Calibri"/>
              <a:buNone/>
              <a:defRPr sz="119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Clr>
                <a:srgbClr val="888888"/>
              </a:buClr>
              <a:buSzPts val="1196"/>
              <a:buFont typeface="Calibri"/>
              <a:buNone/>
              <a:defRPr sz="119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Clr>
                <a:srgbClr val="888888"/>
              </a:buClr>
              <a:buSzPts val="1196"/>
              <a:buFont typeface="Calibri"/>
              <a:buNone/>
              <a:defRPr sz="119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Clr>
                <a:srgbClr val="888888"/>
              </a:buClr>
              <a:buSzPts val="1196"/>
              <a:buFont typeface="Calibri"/>
              <a:buNone/>
              <a:defRPr sz="119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Clr>
                <a:srgbClr val="888888"/>
              </a:buClr>
              <a:buSzPts val="1196"/>
              <a:buFont typeface="Calibri"/>
              <a:buNone/>
              <a:defRPr sz="119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Clr>
                <a:srgbClr val="888888"/>
              </a:buClr>
              <a:buSzPts val="1196"/>
              <a:buFont typeface="Calibri"/>
              <a:buNone/>
              <a:defRPr sz="119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Clr>
                <a:srgbClr val="888888"/>
              </a:buClr>
              <a:buSzPts val="1196"/>
              <a:buFont typeface="Calibri"/>
              <a:buNone/>
              <a:defRPr sz="119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77" r:id="rId12"/>
    <p:sldLayoutId id="2147483679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87"/>
              <a:buFont typeface="Calibri"/>
              <a:buNone/>
              <a:defRPr sz="43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5892" algn="l" rtl="0">
              <a:lnSpc>
                <a:spcPct val="90000"/>
              </a:lnSpc>
              <a:spcBef>
                <a:spcPts val="997"/>
              </a:spcBef>
              <a:spcAft>
                <a:spcPts val="0"/>
              </a:spcAft>
              <a:buClr>
                <a:schemeClr val="dk1"/>
              </a:buClr>
              <a:buSzPts val="2792"/>
              <a:buFont typeface="Arial"/>
              <a:buChar char="•"/>
              <a:defRPr sz="279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0555" algn="l" rtl="0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2393"/>
              <a:buFont typeface="Arial"/>
              <a:buChar char="•"/>
              <a:defRPr sz="23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219" algn="l" rtl="0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994"/>
              <a:buFont typeface="Arial"/>
              <a:buChar char="•"/>
              <a:defRPr sz="199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582" algn="l" rtl="0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795"/>
              <a:buFont typeface="Arial"/>
              <a:buChar char="•"/>
              <a:defRPr sz="179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582" algn="l" rtl="0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795"/>
              <a:buFont typeface="Arial"/>
              <a:buChar char="•"/>
              <a:defRPr sz="179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582" algn="l" rtl="0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795"/>
              <a:buFont typeface="Arial"/>
              <a:buChar char="•"/>
              <a:defRPr sz="179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582" algn="l" rtl="0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795"/>
              <a:buFont typeface="Arial"/>
              <a:buChar char="•"/>
              <a:defRPr sz="179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582" algn="l" rtl="0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795"/>
              <a:buFont typeface="Arial"/>
              <a:buChar char="•"/>
              <a:defRPr sz="179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582" algn="l" rtl="0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dk1"/>
              </a:buClr>
              <a:buSzPts val="1795"/>
              <a:buFont typeface="Arial"/>
              <a:buChar char="•"/>
              <a:defRPr sz="179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dt" idx="10"/>
          </p:nvPr>
        </p:nvSpPr>
        <p:spPr>
          <a:xfrm>
            <a:off x="83820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9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19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19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19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19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19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19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19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19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19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19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www.dvld.gov.jo/about-dvld/reports/annual-report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jpeg"/><Relationship Id="rId5" Type="http://schemas.openxmlformats.org/officeDocument/2006/relationships/image" Target="../media/image9.png"/><Relationship Id="rId10" Type="http://schemas.openxmlformats.org/officeDocument/2006/relationships/image" Target="../media/image16.jpe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9.png"/><Relationship Id="rId7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16.jpeg"/><Relationship Id="rId4" Type="http://schemas.openxmlformats.org/officeDocument/2006/relationships/image" Target="../media/image3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4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1.png"/><Relationship Id="rId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/>
          <p:nvPr/>
        </p:nvSpPr>
        <p:spPr>
          <a:xfrm>
            <a:off x="0" y="9387"/>
            <a:ext cx="12192000" cy="6839227"/>
          </a:xfrm>
          <a:custGeom>
            <a:avLst/>
            <a:gdLst/>
            <a:ahLst/>
            <a:cxnLst/>
            <a:rect l="l" t="t" r="r" b="b"/>
            <a:pathLst>
              <a:path w="20104100" h="11277600" extrusionOk="0">
                <a:moveTo>
                  <a:pt x="20104099" y="0"/>
                </a:moveTo>
                <a:lnTo>
                  <a:pt x="0" y="0"/>
                </a:lnTo>
                <a:lnTo>
                  <a:pt x="0" y="11277429"/>
                </a:lnTo>
                <a:lnTo>
                  <a:pt x="20104099" y="11277429"/>
                </a:lnTo>
                <a:lnTo>
                  <a:pt x="20104099" y="0"/>
                </a:lnTo>
                <a:close/>
              </a:path>
            </a:pathLst>
          </a:custGeom>
          <a:solidFill>
            <a:srgbClr val="08155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9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9755" y="52286"/>
            <a:ext cx="4702245" cy="4669029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0"/>
          <p:cNvSpPr txBox="1"/>
          <p:nvPr/>
        </p:nvSpPr>
        <p:spPr>
          <a:xfrm>
            <a:off x="5528506" y="5832468"/>
            <a:ext cx="1135250" cy="219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225" rIns="0" bIns="0" anchor="t" anchorCtr="0">
            <a:spAutoFit/>
          </a:bodyPr>
          <a:lstStyle/>
          <a:p>
            <a:pPr marL="7701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64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rPr>
              <a:t>eDamana.com</a:t>
            </a:r>
            <a:endParaRPr sz="1364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95" name="Google Shape;195;p30" descr="A white and blue logo on a black background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62717" y="1810158"/>
            <a:ext cx="3696879" cy="2668904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0"/>
          <p:cNvSpPr txBox="1"/>
          <p:nvPr/>
        </p:nvSpPr>
        <p:spPr>
          <a:xfrm>
            <a:off x="2583965" y="4428865"/>
            <a:ext cx="7024071" cy="989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25" tIns="27700" rIns="55425" bIns="27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32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32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Your Secure Transaction Partner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23AED772-5FD6-ECC5-02A0-05F4F3A96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BE7CFB-D4E2-C6FC-D664-53671E734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37274"/>
          </a:xfrm>
          <a:prstGeom prst="rect">
            <a:avLst/>
          </a:prstGeom>
        </p:spPr>
      </p:pic>
      <p:pic>
        <p:nvPicPr>
          <p:cNvPr id="201" name="Google Shape;201;p31">
            <a:extLst>
              <a:ext uri="{FF2B5EF4-FFF2-40B4-BE49-F238E27FC236}">
                <a16:creationId xmlns:a16="http://schemas.microsoft.com/office/drawing/2014/main" id="{567E0AE2-B0D9-E7F9-F1A7-5AF0DC678DA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39339" y="5101679"/>
            <a:ext cx="1025501" cy="1025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1">
            <a:extLst>
              <a:ext uri="{FF2B5EF4-FFF2-40B4-BE49-F238E27FC236}">
                <a16:creationId xmlns:a16="http://schemas.microsoft.com/office/drawing/2014/main" id="{7DFB2C55-8D49-726D-3FD6-AB535C08023E}"/>
              </a:ext>
            </a:extLst>
          </p:cNvPr>
          <p:cNvSpPr/>
          <p:nvPr/>
        </p:nvSpPr>
        <p:spPr>
          <a:xfrm rot="5400000">
            <a:off x="5677132" y="2643362"/>
            <a:ext cx="539662" cy="46719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AC4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92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1">
            <a:extLst>
              <a:ext uri="{FF2B5EF4-FFF2-40B4-BE49-F238E27FC236}">
                <a16:creationId xmlns:a16="http://schemas.microsoft.com/office/drawing/2014/main" id="{A7DFD4A3-0916-4BAA-63AD-F83790FB20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1173" y="136192"/>
            <a:ext cx="10515548" cy="62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00" rIns="0" bIns="0" anchor="ctr" anchorCtr="0">
            <a:spAutoFit/>
          </a:bodyPr>
          <a:lstStyle/>
          <a:p>
            <a:pPr marL="7701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165C"/>
              </a:buClr>
              <a:buSzPts val="6600"/>
              <a:buFont typeface="Figtree"/>
              <a:buNone/>
            </a:pPr>
            <a:r>
              <a:rPr lang="en-US" sz="4002" b="1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Personal Experience  </a:t>
            </a:r>
            <a:endParaRPr sz="4002" b="1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04" name="Google Shape;204;p31">
            <a:extLst>
              <a:ext uri="{FF2B5EF4-FFF2-40B4-BE49-F238E27FC236}">
                <a16:creationId xmlns:a16="http://schemas.microsoft.com/office/drawing/2014/main" id="{1DC71E44-FAA6-44D7-DE70-5366F15B2D26}"/>
              </a:ext>
            </a:extLst>
          </p:cNvPr>
          <p:cNvSpPr txBox="1"/>
          <p:nvPr/>
        </p:nvSpPr>
        <p:spPr>
          <a:xfrm>
            <a:off x="6984697" y="5363768"/>
            <a:ext cx="2663751" cy="838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26" b="1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rPr>
              <a:t>Legal Complications </a:t>
            </a:r>
            <a:endParaRPr sz="2426" b="1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5" name="Google Shape;205;p31">
            <a:extLst>
              <a:ext uri="{FF2B5EF4-FFF2-40B4-BE49-F238E27FC236}">
                <a16:creationId xmlns:a16="http://schemas.microsoft.com/office/drawing/2014/main" id="{FA8725E5-88BC-86F2-BFB2-01E4E8E1BEAE}"/>
              </a:ext>
            </a:extLst>
          </p:cNvPr>
          <p:cNvSpPr txBox="1"/>
          <p:nvPr/>
        </p:nvSpPr>
        <p:spPr>
          <a:xfrm>
            <a:off x="4862155" y="3291735"/>
            <a:ext cx="2379867" cy="838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26" b="1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rPr>
              <a:t>Payment Challenge </a:t>
            </a:r>
            <a:endParaRPr sz="2426" b="1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6" name="Google Shape;206;p31">
            <a:extLst>
              <a:ext uri="{FF2B5EF4-FFF2-40B4-BE49-F238E27FC236}">
                <a16:creationId xmlns:a16="http://schemas.microsoft.com/office/drawing/2014/main" id="{1BA0EB86-DE30-DA33-6B93-8164C32A7DA9}"/>
              </a:ext>
            </a:extLst>
          </p:cNvPr>
          <p:cNvSpPr/>
          <p:nvPr/>
        </p:nvSpPr>
        <p:spPr>
          <a:xfrm>
            <a:off x="3817594" y="1455736"/>
            <a:ext cx="4541881" cy="9182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92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1">
            <a:extLst>
              <a:ext uri="{FF2B5EF4-FFF2-40B4-BE49-F238E27FC236}">
                <a16:creationId xmlns:a16="http://schemas.microsoft.com/office/drawing/2014/main" id="{9C8EA640-C25D-DFC9-6788-D3F13DA8B644}"/>
              </a:ext>
            </a:extLst>
          </p:cNvPr>
          <p:cNvSpPr txBox="1"/>
          <p:nvPr/>
        </p:nvSpPr>
        <p:spPr>
          <a:xfrm>
            <a:off x="3402660" y="1487413"/>
            <a:ext cx="5298860" cy="918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25" tIns="55425" rIns="55425" bIns="55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21" b="1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rPr>
              <a:t>40,000 JOD</a:t>
            </a:r>
            <a:endParaRPr sz="5821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1">
            <a:extLst>
              <a:ext uri="{FF2B5EF4-FFF2-40B4-BE49-F238E27FC236}">
                <a16:creationId xmlns:a16="http://schemas.microsoft.com/office/drawing/2014/main" id="{16EB7A68-1CA2-403E-8EA8-1368E19FAA8E}"/>
              </a:ext>
            </a:extLst>
          </p:cNvPr>
          <p:cNvSpPr/>
          <p:nvPr/>
        </p:nvSpPr>
        <p:spPr>
          <a:xfrm rot="5400000">
            <a:off x="5677132" y="4353667"/>
            <a:ext cx="539662" cy="46719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082C8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92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67115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" grpId="0" animBg="1"/>
      <p:bldP spid="204" grpId="0"/>
      <p:bldP spid="205" grpId="0"/>
      <p:bldP spid="207" grpId="0"/>
      <p:bldP spid="20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>
          <a:extLst>
            <a:ext uri="{FF2B5EF4-FFF2-40B4-BE49-F238E27FC236}">
              <a16:creationId xmlns:a16="http://schemas.microsoft.com/office/drawing/2014/main" id="{6AA80AEB-1C2E-7C21-F0CA-1D8501439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32" descr="A blue map of the country&#10;&#10;Description automatically generated">
            <a:extLst>
              <a:ext uri="{FF2B5EF4-FFF2-40B4-BE49-F238E27FC236}">
                <a16:creationId xmlns:a16="http://schemas.microsoft.com/office/drawing/2014/main" id="{5C415583-CB65-61C9-CC97-0C96F03CA34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84586" y="3756819"/>
            <a:ext cx="6262045" cy="3003052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2">
            <a:extLst>
              <a:ext uri="{FF2B5EF4-FFF2-40B4-BE49-F238E27FC236}">
                <a16:creationId xmlns:a16="http://schemas.microsoft.com/office/drawing/2014/main" id="{68C382C2-47E5-CA2B-CF4F-54E1D1BC10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312" y="98129"/>
            <a:ext cx="10515600" cy="957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25" tIns="27700" rIns="55425" bIns="27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165C"/>
              </a:buClr>
              <a:buSzPts val="5900"/>
              <a:buFont typeface="Figtree"/>
              <a:buNone/>
            </a:pPr>
            <a:r>
              <a:rPr lang="en-US" sz="4000" b="1">
                <a:solidFill>
                  <a:srgbClr val="09165C"/>
                </a:solidFill>
                <a:latin typeface="Figtree"/>
                <a:ea typeface="Figtree"/>
                <a:cs typeface="Figtree"/>
                <a:sym typeface="Figtree"/>
              </a:rPr>
              <a:t>Market Size</a:t>
            </a:r>
            <a:endParaRPr/>
          </a:p>
        </p:txBody>
      </p:sp>
      <p:sp>
        <p:nvSpPr>
          <p:cNvPr id="215" name="Google Shape;215;p32">
            <a:extLst>
              <a:ext uri="{FF2B5EF4-FFF2-40B4-BE49-F238E27FC236}">
                <a16:creationId xmlns:a16="http://schemas.microsoft.com/office/drawing/2014/main" id="{4F917470-B36B-99CA-031E-9CE12D33FD2A}"/>
              </a:ext>
            </a:extLst>
          </p:cNvPr>
          <p:cNvSpPr txBox="1"/>
          <p:nvPr/>
        </p:nvSpPr>
        <p:spPr>
          <a:xfrm>
            <a:off x="4813453" y="2056771"/>
            <a:ext cx="2565095" cy="986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150" rIns="0" bIns="0" anchor="t" anchorCtr="0">
            <a:spAutoFit/>
          </a:bodyPr>
          <a:lstStyle/>
          <a:p>
            <a:pPr marL="7701" marR="3081" lvl="0" indent="0" algn="ctr" rtl="0">
              <a:lnSpc>
                <a:spcPct val="100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51" b="1">
                <a:solidFill>
                  <a:srgbClr val="007AC4"/>
                </a:solidFill>
                <a:latin typeface="Figtree"/>
                <a:ea typeface="Figtree"/>
                <a:cs typeface="Figtree"/>
                <a:sym typeface="Figtree"/>
              </a:rPr>
              <a:t>10B+</a:t>
            </a:r>
            <a:endParaRPr sz="63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701" marR="3081" lvl="0" indent="0" algn="ctr" rtl="0">
              <a:lnSpc>
                <a:spcPct val="100600"/>
              </a:lnSpc>
              <a:spcBef>
                <a:spcPts val="49"/>
              </a:spcBef>
              <a:spcAft>
                <a:spcPts val="0"/>
              </a:spcAft>
              <a:buNone/>
            </a:pPr>
            <a:r>
              <a:rPr lang="en-US" sz="1455" b="1">
                <a:solidFill>
                  <a:srgbClr val="08155C"/>
                </a:solidFill>
                <a:latin typeface="Figtree"/>
                <a:ea typeface="Figtree"/>
                <a:cs typeface="Figtree"/>
                <a:sym typeface="Figtree"/>
              </a:rPr>
              <a:t>JOD Total Market Value </a:t>
            </a:r>
            <a:endParaRPr sz="1455" b="1">
              <a:solidFill>
                <a:srgbClr val="08155C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16" name="Google Shape;216;p32">
            <a:extLst>
              <a:ext uri="{FF2B5EF4-FFF2-40B4-BE49-F238E27FC236}">
                <a16:creationId xmlns:a16="http://schemas.microsoft.com/office/drawing/2014/main" id="{2223814E-5849-93B5-5DEE-3E58B0B3006D}"/>
              </a:ext>
            </a:extLst>
          </p:cNvPr>
          <p:cNvSpPr txBox="1"/>
          <p:nvPr/>
        </p:nvSpPr>
        <p:spPr>
          <a:xfrm>
            <a:off x="7027842" y="3146448"/>
            <a:ext cx="2718789" cy="948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150" rIns="0" bIns="0" anchor="t" anchorCtr="0">
            <a:spAutoFit/>
          </a:bodyPr>
          <a:lstStyle/>
          <a:p>
            <a:pPr marL="7701" marR="3081" lvl="0" indent="0" algn="ctr" rtl="0">
              <a:lnSpc>
                <a:spcPct val="100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66" b="1">
                <a:solidFill>
                  <a:srgbClr val="007AC4"/>
                </a:solidFill>
                <a:latin typeface="Figtree"/>
                <a:ea typeface="Figtree"/>
                <a:cs typeface="Figtree"/>
                <a:sym typeface="Figtree"/>
              </a:rPr>
              <a:t>415K+</a:t>
            </a:r>
            <a:r>
              <a:rPr lang="en-US" sz="2426" b="1">
                <a:solidFill>
                  <a:srgbClr val="1F3864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endParaRPr/>
          </a:p>
          <a:p>
            <a:pPr marL="7701" marR="3081" lvl="0" indent="0" algn="ctr" rtl="0">
              <a:lnSpc>
                <a:spcPct val="100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98" b="1">
                <a:solidFill>
                  <a:srgbClr val="09165C"/>
                </a:solidFill>
                <a:latin typeface="Figtree"/>
                <a:ea typeface="Figtree"/>
                <a:cs typeface="Figtree"/>
                <a:sym typeface="Figtree"/>
              </a:rPr>
              <a:t>Vehicles  </a:t>
            </a:r>
            <a:r>
              <a:rPr lang="en-US" sz="1698" b="1">
                <a:solidFill>
                  <a:srgbClr val="1F3864"/>
                </a:solidFill>
                <a:latin typeface="Figtree"/>
                <a:ea typeface="Figtree"/>
                <a:cs typeface="Figtree"/>
                <a:sym typeface="Figtree"/>
              </a:rPr>
              <a:t>Transaction </a:t>
            </a:r>
            <a:endParaRPr sz="2668" b="1">
              <a:solidFill>
                <a:srgbClr val="1F3864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17" name="Google Shape;217;p32">
            <a:extLst>
              <a:ext uri="{FF2B5EF4-FFF2-40B4-BE49-F238E27FC236}">
                <a16:creationId xmlns:a16="http://schemas.microsoft.com/office/drawing/2014/main" id="{F680C5A1-984B-00A6-F571-2578577BDF70}"/>
              </a:ext>
            </a:extLst>
          </p:cNvPr>
          <p:cNvSpPr txBox="1"/>
          <p:nvPr/>
        </p:nvSpPr>
        <p:spPr>
          <a:xfrm>
            <a:off x="2445370" y="3111960"/>
            <a:ext cx="2565095" cy="1212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150" rIns="0" bIns="0" anchor="t" anchorCtr="0">
            <a:spAutoFit/>
          </a:bodyPr>
          <a:lstStyle/>
          <a:p>
            <a:pPr marL="7701" marR="3081" lvl="0" indent="0" algn="ctr" rtl="0">
              <a:lnSpc>
                <a:spcPct val="100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66" b="1">
                <a:solidFill>
                  <a:srgbClr val="007AC4"/>
                </a:solidFill>
                <a:latin typeface="Figtree"/>
                <a:ea typeface="Figtree"/>
                <a:cs typeface="Figtree"/>
                <a:sym typeface="Figtree"/>
              </a:rPr>
              <a:t>166K+ </a:t>
            </a:r>
            <a:endParaRPr/>
          </a:p>
          <a:p>
            <a:pPr marL="7701" marR="3081" lvl="0" indent="0" algn="ctr" rtl="0">
              <a:lnSpc>
                <a:spcPct val="100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98" b="1">
                <a:solidFill>
                  <a:srgbClr val="09165C"/>
                </a:solidFill>
                <a:latin typeface="Figtree"/>
                <a:ea typeface="Figtree"/>
                <a:cs typeface="Figtree"/>
                <a:sym typeface="Figtree"/>
              </a:rPr>
              <a:t>Lands &amp; Properties</a:t>
            </a:r>
            <a:endParaRPr sz="6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701" marR="3081" lvl="0" indent="0" algn="ctr" rtl="0">
              <a:lnSpc>
                <a:spcPct val="100600"/>
              </a:lnSpc>
              <a:spcBef>
                <a:spcPts val="49"/>
              </a:spcBef>
              <a:spcAft>
                <a:spcPts val="0"/>
              </a:spcAft>
              <a:buNone/>
            </a:pPr>
            <a:r>
              <a:rPr lang="en-US" sz="1698" b="1">
                <a:solidFill>
                  <a:srgbClr val="1F3864"/>
                </a:solidFill>
                <a:latin typeface="Figtree"/>
                <a:ea typeface="Figtree"/>
                <a:cs typeface="Figtree"/>
                <a:sym typeface="Figtree"/>
              </a:rPr>
              <a:t>Transaction</a:t>
            </a:r>
            <a:endParaRPr sz="2668" b="1">
              <a:solidFill>
                <a:srgbClr val="1F3864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grpSp>
        <p:nvGrpSpPr>
          <p:cNvPr id="218" name="Google Shape;218;p32">
            <a:extLst>
              <a:ext uri="{FF2B5EF4-FFF2-40B4-BE49-F238E27FC236}">
                <a16:creationId xmlns:a16="http://schemas.microsoft.com/office/drawing/2014/main" id="{A8628B08-21BE-6868-711A-E83F02700A31}"/>
              </a:ext>
            </a:extLst>
          </p:cNvPr>
          <p:cNvGrpSpPr/>
          <p:nvPr/>
        </p:nvGrpSpPr>
        <p:grpSpPr>
          <a:xfrm>
            <a:off x="4266055" y="1482185"/>
            <a:ext cx="3346054" cy="562975"/>
            <a:chOff x="4266055" y="1482185"/>
            <a:chExt cx="3346054" cy="562975"/>
          </a:xfrm>
        </p:grpSpPr>
        <p:sp>
          <p:nvSpPr>
            <p:cNvPr id="219" name="Google Shape;219;p32">
              <a:extLst>
                <a:ext uri="{FF2B5EF4-FFF2-40B4-BE49-F238E27FC236}">
                  <a16:creationId xmlns:a16="http://schemas.microsoft.com/office/drawing/2014/main" id="{35AFB232-6F4B-FB03-5E54-656C465024F8}"/>
                </a:ext>
              </a:extLst>
            </p:cNvPr>
            <p:cNvSpPr/>
            <p:nvPr/>
          </p:nvSpPr>
          <p:spPr>
            <a:xfrm>
              <a:off x="4266055" y="1482185"/>
              <a:ext cx="3346054" cy="562975"/>
            </a:xfrm>
            <a:prstGeom prst="rect">
              <a:avLst/>
            </a:prstGeom>
            <a:solidFill>
              <a:srgbClr val="00B3B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32">
              <a:extLst>
                <a:ext uri="{FF2B5EF4-FFF2-40B4-BE49-F238E27FC236}">
                  <a16:creationId xmlns:a16="http://schemas.microsoft.com/office/drawing/2014/main" id="{55CDA92B-DCF6-C33F-1D27-20C4C5006DCF}"/>
                </a:ext>
              </a:extLst>
            </p:cNvPr>
            <p:cNvSpPr txBox="1"/>
            <p:nvPr/>
          </p:nvSpPr>
          <p:spPr>
            <a:xfrm>
              <a:off x="4420698" y="1556704"/>
              <a:ext cx="3036769" cy="420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6150" rIns="0" bIns="0" anchor="t" anchorCtr="0">
              <a:spAutoFit/>
            </a:bodyPr>
            <a:lstStyle/>
            <a:p>
              <a:pPr marL="7701" marR="3081" lvl="0" indent="0" algn="ctr" rtl="0">
                <a:lnSpc>
                  <a:spcPct val="100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68" b="1">
                  <a:solidFill>
                    <a:schemeClr val="lt1"/>
                  </a:solidFill>
                  <a:latin typeface="Figtree"/>
                  <a:ea typeface="Figtree"/>
                  <a:cs typeface="Figtree"/>
                  <a:sym typeface="Figtree"/>
                </a:rPr>
                <a:t>Jordan as a PILOT</a:t>
              </a:r>
              <a:endParaRPr sz="2668" b="1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</p:grpSp>
      <p:sp>
        <p:nvSpPr>
          <p:cNvPr id="221" name="Google Shape;221;p32">
            <a:extLst>
              <a:ext uri="{FF2B5EF4-FFF2-40B4-BE49-F238E27FC236}">
                <a16:creationId xmlns:a16="http://schemas.microsoft.com/office/drawing/2014/main" id="{FA602894-1200-68B0-8B65-36663F77F00E}"/>
              </a:ext>
            </a:extLst>
          </p:cNvPr>
          <p:cNvSpPr txBox="1"/>
          <p:nvPr/>
        </p:nvSpPr>
        <p:spPr>
          <a:xfrm>
            <a:off x="772543" y="6414925"/>
            <a:ext cx="8877984" cy="448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25" tIns="27700" rIns="55425" bIns="27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8" u="sng">
                <a:solidFill>
                  <a:srgbClr val="002060"/>
                </a:solidFill>
                <a:latin typeface="Figtree"/>
                <a:ea typeface="Figtree"/>
                <a:cs typeface="Figtree"/>
                <a:sym typeface="Figtre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https://www.dvld.gov.jo/about-dvld/reports/annual-report/</a:t>
            </a:r>
            <a:r>
              <a:rPr lang="en-US" sz="728" u="sng">
                <a:solidFill>
                  <a:srgbClr val="002060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endParaRPr sz="728" u="sng">
              <a:solidFill>
                <a:srgbClr val="00206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8" u="sng">
                <a:solidFill>
                  <a:srgbClr val="002060"/>
                </a:solidFill>
                <a:latin typeface="Figtree"/>
                <a:ea typeface="Figtree"/>
                <a:cs typeface="Figtree"/>
                <a:sym typeface="Figtree"/>
              </a:rPr>
              <a:t>https://</a:t>
            </a:r>
            <a:r>
              <a:rPr lang="en-US" sz="728" u="sng" err="1">
                <a:solidFill>
                  <a:srgbClr val="002060"/>
                </a:solidFill>
                <a:latin typeface="Figtree"/>
                <a:ea typeface="Figtree"/>
                <a:cs typeface="Figtree"/>
                <a:sym typeface="Figtree"/>
              </a:rPr>
              <a:t>www.dls.gov.jo</a:t>
            </a:r>
            <a:r>
              <a:rPr lang="en-US" sz="728" u="sng">
                <a:solidFill>
                  <a:srgbClr val="002060"/>
                </a:solidFill>
                <a:latin typeface="Figtree"/>
                <a:ea typeface="Figtree"/>
                <a:cs typeface="Figtree"/>
                <a:sym typeface="Figtree"/>
              </a:rPr>
              <a:t>/AR/List/%D9%85%D8%A4%D8%B4%D8%B1%D8%A7%D8%AA_%D8%B9%D9%82%D8%A7%D8%B1%D9%8A%D8%A9</a:t>
            </a:r>
            <a:endParaRPr sz="728" u="sng">
              <a:solidFill>
                <a:srgbClr val="00206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92">
              <a:solidFill>
                <a:srgbClr val="09165C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  <p:extLst>
      <p:ext uri="{BB962C8B-B14F-4D97-AF65-F5344CB8AC3E}">
        <p14:creationId xmlns:p14="http://schemas.microsoft.com/office/powerpoint/2010/main" val="2707630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" grpId="0"/>
      <p:bldP spid="216" grpId="0"/>
      <p:bldP spid="2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85365" y="1670595"/>
            <a:ext cx="5064685" cy="33586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" name="Google Shape;248;p34"/>
          <p:cNvGrpSpPr/>
          <p:nvPr/>
        </p:nvGrpSpPr>
        <p:grpSpPr>
          <a:xfrm>
            <a:off x="382001" y="6348167"/>
            <a:ext cx="278060" cy="316428"/>
            <a:chOff x="629904" y="10452384"/>
            <a:chExt cx="458510" cy="521777"/>
          </a:xfrm>
        </p:grpSpPr>
        <p:sp>
          <p:nvSpPr>
            <p:cNvPr id="249" name="Google Shape;249;p34"/>
            <p:cNvSpPr/>
            <p:nvPr/>
          </p:nvSpPr>
          <p:spPr>
            <a:xfrm>
              <a:off x="876960" y="10452384"/>
              <a:ext cx="211454" cy="412115"/>
            </a:xfrm>
            <a:custGeom>
              <a:avLst/>
              <a:gdLst/>
              <a:ahLst/>
              <a:cxnLst/>
              <a:rect l="l" t="t" r="r" b="b"/>
              <a:pathLst>
                <a:path w="211455" h="412115" extrusionOk="0">
                  <a:moveTo>
                    <a:pt x="179305" y="0"/>
                  </a:moveTo>
                  <a:lnTo>
                    <a:pt x="0" y="0"/>
                  </a:lnTo>
                  <a:lnTo>
                    <a:pt x="0" y="63896"/>
                  </a:lnTo>
                  <a:lnTo>
                    <a:pt x="102027" y="63896"/>
                  </a:lnTo>
                  <a:lnTo>
                    <a:pt x="0" y="165734"/>
                  </a:lnTo>
                  <a:lnTo>
                    <a:pt x="0" y="411773"/>
                  </a:lnTo>
                  <a:lnTo>
                    <a:pt x="19203" y="399886"/>
                  </a:lnTo>
                  <a:lnTo>
                    <a:pt x="36260" y="387846"/>
                  </a:lnTo>
                  <a:lnTo>
                    <a:pt x="51292" y="375764"/>
                  </a:lnTo>
                  <a:lnTo>
                    <a:pt x="64420" y="363747"/>
                  </a:lnTo>
                  <a:lnTo>
                    <a:pt x="64420" y="191709"/>
                  </a:lnTo>
                  <a:lnTo>
                    <a:pt x="147222" y="109065"/>
                  </a:lnTo>
                  <a:lnTo>
                    <a:pt x="147222" y="210306"/>
                  </a:lnTo>
                  <a:lnTo>
                    <a:pt x="211119" y="210306"/>
                  </a:lnTo>
                  <a:lnTo>
                    <a:pt x="211119" y="31814"/>
                  </a:lnTo>
                  <a:lnTo>
                    <a:pt x="208618" y="19428"/>
                  </a:lnTo>
                  <a:lnTo>
                    <a:pt x="201800" y="9316"/>
                  </a:lnTo>
                  <a:lnTo>
                    <a:pt x="191687" y="2499"/>
                  </a:lnTo>
                  <a:lnTo>
                    <a:pt x="179305" y="0"/>
                  </a:lnTo>
                  <a:close/>
                </a:path>
              </a:pathLst>
            </a:custGeom>
            <a:solidFill>
              <a:srgbClr val="00B3B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34"/>
            <p:cNvSpPr/>
            <p:nvPr/>
          </p:nvSpPr>
          <p:spPr>
            <a:xfrm>
              <a:off x="629904" y="10694126"/>
              <a:ext cx="458470" cy="280035"/>
            </a:xfrm>
            <a:custGeom>
              <a:avLst/>
              <a:gdLst/>
              <a:ahLst/>
              <a:cxnLst/>
              <a:rect l="l" t="t" r="r" b="b"/>
              <a:pathLst>
                <a:path w="458470" h="280034" extrusionOk="0">
                  <a:moveTo>
                    <a:pt x="458174" y="0"/>
                  </a:moveTo>
                  <a:lnTo>
                    <a:pt x="394185" y="0"/>
                  </a:lnTo>
                  <a:lnTo>
                    <a:pt x="394185" y="25195"/>
                  </a:lnTo>
                  <a:lnTo>
                    <a:pt x="392362" y="36907"/>
                  </a:lnTo>
                  <a:lnTo>
                    <a:pt x="368859" y="93248"/>
                  </a:lnTo>
                  <a:lnTo>
                    <a:pt x="339863" y="131168"/>
                  </a:lnTo>
                  <a:lnTo>
                    <a:pt x="294492" y="171113"/>
                  </a:lnTo>
                  <a:lnTo>
                    <a:pt x="229087" y="209730"/>
                  </a:lnTo>
                  <a:lnTo>
                    <a:pt x="163274" y="170818"/>
                  </a:lnTo>
                  <a:lnTo>
                    <a:pt x="117768" y="130593"/>
                  </a:lnTo>
                  <a:lnTo>
                    <a:pt x="88827" y="92494"/>
                  </a:lnTo>
                  <a:lnTo>
                    <a:pt x="65678" y="36425"/>
                  </a:lnTo>
                  <a:lnTo>
                    <a:pt x="63988" y="25333"/>
                  </a:lnTo>
                  <a:lnTo>
                    <a:pt x="63988" y="0"/>
                  </a:lnTo>
                  <a:lnTo>
                    <a:pt x="0" y="0"/>
                  </a:lnTo>
                  <a:lnTo>
                    <a:pt x="0" y="27266"/>
                  </a:lnTo>
                  <a:lnTo>
                    <a:pt x="804" y="35854"/>
                  </a:lnTo>
                  <a:lnTo>
                    <a:pt x="13538" y="83613"/>
                  </a:lnTo>
                  <a:lnTo>
                    <a:pt x="30000" y="118189"/>
                  </a:lnTo>
                  <a:lnTo>
                    <a:pt x="56215" y="156833"/>
                  </a:lnTo>
                  <a:lnTo>
                    <a:pt x="94449" y="197247"/>
                  </a:lnTo>
                  <a:lnTo>
                    <a:pt x="146968" y="237134"/>
                  </a:lnTo>
                  <a:lnTo>
                    <a:pt x="216040" y="274196"/>
                  </a:lnTo>
                  <a:lnTo>
                    <a:pt x="229087" y="280022"/>
                  </a:lnTo>
                  <a:lnTo>
                    <a:pt x="242133" y="274196"/>
                  </a:lnTo>
                  <a:lnTo>
                    <a:pt x="311205" y="237134"/>
                  </a:lnTo>
                  <a:lnTo>
                    <a:pt x="363724" y="197247"/>
                  </a:lnTo>
                  <a:lnTo>
                    <a:pt x="401958" y="156833"/>
                  </a:lnTo>
                  <a:lnTo>
                    <a:pt x="428173" y="118189"/>
                  </a:lnTo>
                  <a:lnTo>
                    <a:pt x="444636" y="83613"/>
                  </a:lnTo>
                  <a:lnTo>
                    <a:pt x="457369" y="35854"/>
                  </a:lnTo>
                  <a:lnTo>
                    <a:pt x="458174" y="27266"/>
                  </a:lnTo>
                  <a:lnTo>
                    <a:pt x="458174" y="0"/>
                  </a:lnTo>
                  <a:close/>
                </a:path>
              </a:pathLst>
            </a:custGeom>
            <a:solidFill>
              <a:srgbClr val="08155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34"/>
            <p:cNvSpPr/>
            <p:nvPr/>
          </p:nvSpPr>
          <p:spPr>
            <a:xfrm>
              <a:off x="629904" y="10452384"/>
              <a:ext cx="211454" cy="412115"/>
            </a:xfrm>
            <a:custGeom>
              <a:avLst/>
              <a:gdLst/>
              <a:ahLst/>
              <a:cxnLst/>
              <a:rect l="l" t="t" r="r" b="b"/>
              <a:pathLst>
                <a:path w="211455" h="412115" extrusionOk="0">
                  <a:moveTo>
                    <a:pt x="211348" y="0"/>
                  </a:moveTo>
                  <a:lnTo>
                    <a:pt x="31814" y="0"/>
                  </a:lnTo>
                  <a:lnTo>
                    <a:pt x="19431" y="2499"/>
                  </a:lnTo>
                  <a:lnTo>
                    <a:pt x="9318" y="9316"/>
                  </a:lnTo>
                  <a:lnTo>
                    <a:pt x="2500" y="19428"/>
                  </a:lnTo>
                  <a:lnTo>
                    <a:pt x="0" y="31814"/>
                  </a:lnTo>
                  <a:lnTo>
                    <a:pt x="0" y="210306"/>
                  </a:lnTo>
                  <a:lnTo>
                    <a:pt x="63896" y="210306"/>
                  </a:lnTo>
                  <a:lnTo>
                    <a:pt x="63896" y="109065"/>
                  </a:lnTo>
                  <a:lnTo>
                    <a:pt x="146921" y="191932"/>
                  </a:lnTo>
                  <a:lnTo>
                    <a:pt x="146921" y="364121"/>
                  </a:lnTo>
                  <a:lnTo>
                    <a:pt x="192154" y="400076"/>
                  </a:lnTo>
                  <a:lnTo>
                    <a:pt x="211348" y="411911"/>
                  </a:lnTo>
                  <a:lnTo>
                    <a:pt x="211348" y="165957"/>
                  </a:lnTo>
                  <a:lnTo>
                    <a:pt x="109091" y="63896"/>
                  </a:lnTo>
                  <a:lnTo>
                    <a:pt x="211348" y="63896"/>
                  </a:lnTo>
                  <a:lnTo>
                    <a:pt x="211348" y="0"/>
                  </a:lnTo>
                  <a:close/>
                </a:path>
              </a:pathLst>
            </a:custGeom>
            <a:solidFill>
              <a:srgbClr val="007A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52" name="Google Shape;252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47505" y="6385223"/>
            <a:ext cx="662421" cy="242312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4"/>
          <p:cNvSpPr txBox="1"/>
          <p:nvPr/>
        </p:nvSpPr>
        <p:spPr>
          <a:xfrm>
            <a:off x="191173" y="136192"/>
            <a:ext cx="10515548" cy="62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00" rIns="0" bIns="0" anchor="ctr" anchorCtr="0">
            <a:spAutoFit/>
          </a:bodyPr>
          <a:lstStyle/>
          <a:p>
            <a:pPr marL="7701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165C"/>
              </a:buClr>
              <a:buSzPts val="6600"/>
              <a:buFont typeface="Figtree"/>
              <a:buNone/>
            </a:pPr>
            <a:r>
              <a:rPr lang="en-US" sz="4002" b="1">
                <a:solidFill>
                  <a:srgbClr val="09165C"/>
                </a:solidFill>
                <a:latin typeface="Figtree"/>
                <a:ea typeface="Figtree"/>
                <a:cs typeface="Figtree"/>
                <a:sym typeface="Figtree"/>
              </a:rPr>
              <a:t>Need </a:t>
            </a:r>
            <a:r>
              <a:rPr lang="en-US" sz="4002" b="1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Experience 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2BE1FF29-368D-3CE6-C446-A36FA8051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5">
            <a:extLst>
              <a:ext uri="{FF2B5EF4-FFF2-40B4-BE49-F238E27FC236}">
                <a16:creationId xmlns:a16="http://schemas.microsoft.com/office/drawing/2014/main" id="{4ACCAD5B-3C08-416F-5D55-54FC29052C2B}"/>
              </a:ext>
            </a:extLst>
          </p:cNvPr>
          <p:cNvSpPr/>
          <p:nvPr/>
        </p:nvSpPr>
        <p:spPr>
          <a:xfrm>
            <a:off x="874158" y="1061650"/>
            <a:ext cx="4957284" cy="5607704"/>
          </a:xfrm>
          <a:custGeom>
            <a:avLst/>
            <a:gdLst/>
            <a:ahLst/>
            <a:cxnLst/>
            <a:rect l="l" t="t" r="r" b="b"/>
            <a:pathLst>
              <a:path w="8174355" h="9246870" extrusionOk="0">
                <a:moveTo>
                  <a:pt x="5969599" y="4218276"/>
                </a:moveTo>
                <a:lnTo>
                  <a:pt x="2471310" y="4218276"/>
                </a:lnTo>
                <a:lnTo>
                  <a:pt x="5682409" y="7423241"/>
                </a:lnTo>
                <a:lnTo>
                  <a:pt x="5682409" y="9246765"/>
                </a:lnTo>
                <a:lnTo>
                  <a:pt x="8174144" y="9246765"/>
                </a:lnTo>
                <a:lnTo>
                  <a:pt x="8174144" y="6418580"/>
                </a:lnTo>
                <a:lnTo>
                  <a:pt x="5969599" y="4218276"/>
                </a:lnTo>
                <a:close/>
              </a:path>
              <a:path w="8174355" h="9246870" extrusionOk="0">
                <a:moveTo>
                  <a:pt x="8174144" y="0"/>
                </a:moveTo>
                <a:lnTo>
                  <a:pt x="1230360" y="0"/>
                </a:lnTo>
                <a:lnTo>
                  <a:pt x="1182050" y="931"/>
                </a:lnTo>
                <a:lnTo>
                  <a:pt x="1134211" y="3701"/>
                </a:lnTo>
                <a:lnTo>
                  <a:pt x="1086879" y="8277"/>
                </a:lnTo>
                <a:lnTo>
                  <a:pt x="1040086" y="14624"/>
                </a:lnTo>
                <a:lnTo>
                  <a:pt x="993868" y="22707"/>
                </a:lnTo>
                <a:lnTo>
                  <a:pt x="948258" y="32494"/>
                </a:lnTo>
                <a:lnTo>
                  <a:pt x="903290" y="43948"/>
                </a:lnTo>
                <a:lnTo>
                  <a:pt x="859000" y="57037"/>
                </a:lnTo>
                <a:lnTo>
                  <a:pt x="815420" y="71726"/>
                </a:lnTo>
                <a:lnTo>
                  <a:pt x="772586" y="87981"/>
                </a:lnTo>
                <a:lnTo>
                  <a:pt x="730531" y="105768"/>
                </a:lnTo>
                <a:lnTo>
                  <a:pt x="689290" y="125052"/>
                </a:lnTo>
                <a:lnTo>
                  <a:pt x="648896" y="145800"/>
                </a:lnTo>
                <a:lnTo>
                  <a:pt x="609385" y="167977"/>
                </a:lnTo>
                <a:lnTo>
                  <a:pt x="570790" y="191549"/>
                </a:lnTo>
                <a:lnTo>
                  <a:pt x="533145" y="216481"/>
                </a:lnTo>
                <a:lnTo>
                  <a:pt x="496485" y="242740"/>
                </a:lnTo>
                <a:lnTo>
                  <a:pt x="460843" y="270292"/>
                </a:lnTo>
                <a:lnTo>
                  <a:pt x="426255" y="299101"/>
                </a:lnTo>
                <a:lnTo>
                  <a:pt x="392753" y="329135"/>
                </a:lnTo>
                <a:lnTo>
                  <a:pt x="360374" y="360359"/>
                </a:lnTo>
                <a:lnTo>
                  <a:pt x="329149" y="392738"/>
                </a:lnTo>
                <a:lnTo>
                  <a:pt x="299115" y="426239"/>
                </a:lnTo>
                <a:lnTo>
                  <a:pt x="270304" y="460827"/>
                </a:lnTo>
                <a:lnTo>
                  <a:pt x="242752" y="496468"/>
                </a:lnTo>
                <a:lnTo>
                  <a:pt x="216492" y="533128"/>
                </a:lnTo>
                <a:lnTo>
                  <a:pt x="191558" y="570772"/>
                </a:lnTo>
                <a:lnTo>
                  <a:pt x="167986" y="609368"/>
                </a:lnTo>
                <a:lnTo>
                  <a:pt x="145808" y="648879"/>
                </a:lnTo>
                <a:lnTo>
                  <a:pt x="125059" y="689273"/>
                </a:lnTo>
                <a:lnTo>
                  <a:pt x="105774" y="730514"/>
                </a:lnTo>
                <a:lnTo>
                  <a:pt x="87987" y="772570"/>
                </a:lnTo>
                <a:lnTo>
                  <a:pt x="71731" y="815405"/>
                </a:lnTo>
                <a:lnTo>
                  <a:pt x="57041" y="858985"/>
                </a:lnTo>
                <a:lnTo>
                  <a:pt x="43951" y="903277"/>
                </a:lnTo>
                <a:lnTo>
                  <a:pt x="32496" y="948245"/>
                </a:lnTo>
                <a:lnTo>
                  <a:pt x="22709" y="993857"/>
                </a:lnTo>
                <a:lnTo>
                  <a:pt x="14625" y="1040077"/>
                </a:lnTo>
                <a:lnTo>
                  <a:pt x="8277" y="1086871"/>
                </a:lnTo>
                <a:lnTo>
                  <a:pt x="3701" y="1134206"/>
                </a:lnTo>
                <a:lnTo>
                  <a:pt x="931" y="1182047"/>
                </a:lnTo>
                <a:lnTo>
                  <a:pt x="0" y="1230360"/>
                </a:lnTo>
                <a:lnTo>
                  <a:pt x="0" y="8133864"/>
                </a:lnTo>
                <a:lnTo>
                  <a:pt x="2471310" y="8133864"/>
                </a:lnTo>
                <a:lnTo>
                  <a:pt x="2471310" y="4218276"/>
                </a:lnTo>
                <a:lnTo>
                  <a:pt x="5969599" y="4218276"/>
                </a:lnTo>
                <a:lnTo>
                  <a:pt x="4219180" y="2471224"/>
                </a:lnTo>
                <a:lnTo>
                  <a:pt x="8174144" y="2471224"/>
                </a:lnTo>
                <a:lnTo>
                  <a:pt x="8174144" y="0"/>
                </a:lnTo>
                <a:close/>
              </a:path>
            </a:pathLst>
          </a:custGeom>
          <a:solidFill>
            <a:srgbClr val="08155C">
              <a:alpha val="941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9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p35">
            <a:extLst>
              <a:ext uri="{FF2B5EF4-FFF2-40B4-BE49-F238E27FC236}">
                <a16:creationId xmlns:a16="http://schemas.microsoft.com/office/drawing/2014/main" id="{EBD8B83A-C578-1DAB-1FC6-87D90561BD7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-990" t="5324" r="988" b="-3555"/>
          <a:stretch/>
        </p:blipFill>
        <p:spPr>
          <a:xfrm>
            <a:off x="-1535216" y="743943"/>
            <a:ext cx="8430292" cy="6763437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5">
            <a:extLst>
              <a:ext uri="{FF2B5EF4-FFF2-40B4-BE49-F238E27FC236}">
                <a16:creationId xmlns:a16="http://schemas.microsoft.com/office/drawing/2014/main" id="{2C182F26-67ED-E0C7-8B67-E96E93DD8A44}"/>
              </a:ext>
            </a:extLst>
          </p:cNvPr>
          <p:cNvSpPr txBox="1"/>
          <p:nvPr/>
        </p:nvSpPr>
        <p:spPr>
          <a:xfrm>
            <a:off x="7233304" y="1804626"/>
            <a:ext cx="4604862" cy="3283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25" rIns="0" bIns="0" anchor="t" anchorCtr="0">
            <a:spAutoFit/>
          </a:bodyPr>
          <a:lstStyle/>
          <a:p>
            <a:pPr marL="7701" marR="3081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75" b="1">
                <a:solidFill>
                  <a:srgbClr val="002060"/>
                </a:solidFill>
                <a:latin typeface="Figtree"/>
                <a:ea typeface="Figtree"/>
                <a:cs typeface="Figtree"/>
                <a:sym typeface="Figtree"/>
              </a:rPr>
              <a:t>eDamana </a:t>
            </a:r>
            <a:endParaRPr sz="1092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7701" marR="3081" lvl="0" indent="0" algn="l" rtl="0">
              <a:lnSpc>
                <a:spcPct val="11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rPr lang="en-US" sz="2668">
                <a:solidFill>
                  <a:srgbClr val="002060"/>
                </a:solidFill>
                <a:latin typeface="Figtree"/>
                <a:ea typeface="Figtree"/>
                <a:cs typeface="Figtree"/>
                <a:sym typeface="Figtree"/>
              </a:rPr>
              <a:t>A Secure</a:t>
            </a:r>
            <a:r>
              <a:rPr lang="en-US" sz="2668">
                <a:solidFill>
                  <a:srgbClr val="00B3B9"/>
                </a:solidFill>
                <a:latin typeface="Figtree"/>
                <a:ea typeface="Figtree"/>
                <a:cs typeface="Figtree"/>
                <a:sym typeface="Figtree"/>
              </a:rPr>
              <a:t> Digital Escrow </a:t>
            </a:r>
            <a:r>
              <a:rPr lang="en-US" sz="2668">
                <a:solidFill>
                  <a:srgbClr val="002060"/>
                </a:solidFill>
                <a:latin typeface="Figtree"/>
                <a:ea typeface="Figtree"/>
                <a:cs typeface="Figtree"/>
                <a:sym typeface="Figtree"/>
              </a:rPr>
              <a:t>Platform, Redefining The Way </a:t>
            </a:r>
            <a:r>
              <a:rPr lang="en-US" sz="2668">
                <a:solidFill>
                  <a:srgbClr val="00B3B9"/>
                </a:solidFill>
                <a:latin typeface="Figtree"/>
                <a:ea typeface="Figtree"/>
                <a:cs typeface="Figtree"/>
                <a:sym typeface="Figtree"/>
              </a:rPr>
              <a:t>Buyers</a:t>
            </a:r>
            <a:r>
              <a:rPr lang="en-US" sz="2668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-US" sz="2668">
                <a:solidFill>
                  <a:srgbClr val="002060"/>
                </a:solidFill>
                <a:latin typeface="Figtree"/>
                <a:ea typeface="Figtree"/>
                <a:cs typeface="Figtree"/>
                <a:sym typeface="Figtree"/>
              </a:rPr>
              <a:t>And</a:t>
            </a:r>
            <a:r>
              <a:rPr lang="en-US" sz="2668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-US" sz="2668">
                <a:solidFill>
                  <a:srgbClr val="00B3B9"/>
                </a:solidFill>
                <a:latin typeface="Figtree"/>
                <a:ea typeface="Figtree"/>
                <a:cs typeface="Figtree"/>
                <a:sym typeface="Figtree"/>
              </a:rPr>
              <a:t>Sellers</a:t>
            </a:r>
            <a:r>
              <a:rPr lang="en-US" sz="2668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-US" sz="2668">
                <a:solidFill>
                  <a:srgbClr val="002060"/>
                </a:solidFill>
                <a:latin typeface="Figtree"/>
                <a:ea typeface="Figtree"/>
                <a:cs typeface="Figtree"/>
                <a:sym typeface="Figtree"/>
              </a:rPr>
              <a:t>Conduct Real Estate &amp; Vehicles Payments In Ownership</a:t>
            </a:r>
            <a:r>
              <a:rPr lang="en-US" sz="2668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-US" sz="2668">
                <a:solidFill>
                  <a:srgbClr val="002060"/>
                </a:solidFill>
                <a:latin typeface="Figtree"/>
                <a:ea typeface="Figtree"/>
                <a:cs typeface="Figtree"/>
                <a:sym typeface="Figtree"/>
              </a:rPr>
              <a:t>Transfers</a:t>
            </a:r>
            <a:endParaRPr sz="2668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grpSp>
        <p:nvGrpSpPr>
          <p:cNvPr id="262" name="Google Shape;262;p35">
            <a:extLst>
              <a:ext uri="{FF2B5EF4-FFF2-40B4-BE49-F238E27FC236}">
                <a16:creationId xmlns:a16="http://schemas.microsoft.com/office/drawing/2014/main" id="{6D45A1B4-C119-BB3F-555F-1088B3532954}"/>
              </a:ext>
            </a:extLst>
          </p:cNvPr>
          <p:cNvGrpSpPr/>
          <p:nvPr/>
        </p:nvGrpSpPr>
        <p:grpSpPr>
          <a:xfrm>
            <a:off x="382001" y="6348167"/>
            <a:ext cx="278060" cy="316428"/>
            <a:chOff x="629904" y="10452384"/>
            <a:chExt cx="458510" cy="521777"/>
          </a:xfrm>
        </p:grpSpPr>
        <p:sp>
          <p:nvSpPr>
            <p:cNvPr id="263" name="Google Shape;263;p35">
              <a:extLst>
                <a:ext uri="{FF2B5EF4-FFF2-40B4-BE49-F238E27FC236}">
                  <a16:creationId xmlns:a16="http://schemas.microsoft.com/office/drawing/2014/main" id="{9F9CC02A-3E5F-7FA5-4BB8-99391F4AFF12}"/>
                </a:ext>
              </a:extLst>
            </p:cNvPr>
            <p:cNvSpPr/>
            <p:nvPr/>
          </p:nvSpPr>
          <p:spPr>
            <a:xfrm>
              <a:off x="876960" y="10452384"/>
              <a:ext cx="211454" cy="412115"/>
            </a:xfrm>
            <a:custGeom>
              <a:avLst/>
              <a:gdLst/>
              <a:ahLst/>
              <a:cxnLst/>
              <a:rect l="l" t="t" r="r" b="b"/>
              <a:pathLst>
                <a:path w="211455" h="412115" extrusionOk="0">
                  <a:moveTo>
                    <a:pt x="179305" y="0"/>
                  </a:moveTo>
                  <a:lnTo>
                    <a:pt x="0" y="0"/>
                  </a:lnTo>
                  <a:lnTo>
                    <a:pt x="0" y="63896"/>
                  </a:lnTo>
                  <a:lnTo>
                    <a:pt x="102027" y="63896"/>
                  </a:lnTo>
                  <a:lnTo>
                    <a:pt x="0" y="165734"/>
                  </a:lnTo>
                  <a:lnTo>
                    <a:pt x="0" y="411773"/>
                  </a:lnTo>
                  <a:lnTo>
                    <a:pt x="19203" y="399886"/>
                  </a:lnTo>
                  <a:lnTo>
                    <a:pt x="36260" y="387846"/>
                  </a:lnTo>
                  <a:lnTo>
                    <a:pt x="51292" y="375764"/>
                  </a:lnTo>
                  <a:lnTo>
                    <a:pt x="64420" y="363747"/>
                  </a:lnTo>
                  <a:lnTo>
                    <a:pt x="64420" y="191709"/>
                  </a:lnTo>
                  <a:lnTo>
                    <a:pt x="147222" y="109065"/>
                  </a:lnTo>
                  <a:lnTo>
                    <a:pt x="147222" y="210306"/>
                  </a:lnTo>
                  <a:lnTo>
                    <a:pt x="211119" y="210306"/>
                  </a:lnTo>
                  <a:lnTo>
                    <a:pt x="211119" y="31814"/>
                  </a:lnTo>
                  <a:lnTo>
                    <a:pt x="208618" y="19428"/>
                  </a:lnTo>
                  <a:lnTo>
                    <a:pt x="201800" y="9316"/>
                  </a:lnTo>
                  <a:lnTo>
                    <a:pt x="191687" y="2499"/>
                  </a:lnTo>
                  <a:lnTo>
                    <a:pt x="179305" y="0"/>
                  </a:lnTo>
                  <a:close/>
                </a:path>
              </a:pathLst>
            </a:custGeom>
            <a:solidFill>
              <a:srgbClr val="00B3B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35">
              <a:extLst>
                <a:ext uri="{FF2B5EF4-FFF2-40B4-BE49-F238E27FC236}">
                  <a16:creationId xmlns:a16="http://schemas.microsoft.com/office/drawing/2014/main" id="{61976BD7-1DFF-9976-BA03-506F85C1756D}"/>
                </a:ext>
              </a:extLst>
            </p:cNvPr>
            <p:cNvSpPr/>
            <p:nvPr/>
          </p:nvSpPr>
          <p:spPr>
            <a:xfrm>
              <a:off x="629904" y="10694126"/>
              <a:ext cx="458470" cy="280035"/>
            </a:xfrm>
            <a:custGeom>
              <a:avLst/>
              <a:gdLst/>
              <a:ahLst/>
              <a:cxnLst/>
              <a:rect l="l" t="t" r="r" b="b"/>
              <a:pathLst>
                <a:path w="458470" h="280034" extrusionOk="0">
                  <a:moveTo>
                    <a:pt x="458174" y="0"/>
                  </a:moveTo>
                  <a:lnTo>
                    <a:pt x="394185" y="0"/>
                  </a:lnTo>
                  <a:lnTo>
                    <a:pt x="394185" y="25195"/>
                  </a:lnTo>
                  <a:lnTo>
                    <a:pt x="392362" y="36907"/>
                  </a:lnTo>
                  <a:lnTo>
                    <a:pt x="368859" y="93248"/>
                  </a:lnTo>
                  <a:lnTo>
                    <a:pt x="339863" y="131168"/>
                  </a:lnTo>
                  <a:lnTo>
                    <a:pt x="294492" y="171113"/>
                  </a:lnTo>
                  <a:lnTo>
                    <a:pt x="229087" y="209730"/>
                  </a:lnTo>
                  <a:lnTo>
                    <a:pt x="163274" y="170818"/>
                  </a:lnTo>
                  <a:lnTo>
                    <a:pt x="117768" y="130593"/>
                  </a:lnTo>
                  <a:lnTo>
                    <a:pt x="88827" y="92494"/>
                  </a:lnTo>
                  <a:lnTo>
                    <a:pt x="65678" y="36425"/>
                  </a:lnTo>
                  <a:lnTo>
                    <a:pt x="63988" y="25333"/>
                  </a:lnTo>
                  <a:lnTo>
                    <a:pt x="63988" y="0"/>
                  </a:lnTo>
                  <a:lnTo>
                    <a:pt x="0" y="0"/>
                  </a:lnTo>
                  <a:lnTo>
                    <a:pt x="0" y="27266"/>
                  </a:lnTo>
                  <a:lnTo>
                    <a:pt x="804" y="35854"/>
                  </a:lnTo>
                  <a:lnTo>
                    <a:pt x="13538" y="83613"/>
                  </a:lnTo>
                  <a:lnTo>
                    <a:pt x="30000" y="118189"/>
                  </a:lnTo>
                  <a:lnTo>
                    <a:pt x="56215" y="156833"/>
                  </a:lnTo>
                  <a:lnTo>
                    <a:pt x="94449" y="197247"/>
                  </a:lnTo>
                  <a:lnTo>
                    <a:pt x="146968" y="237134"/>
                  </a:lnTo>
                  <a:lnTo>
                    <a:pt x="216040" y="274196"/>
                  </a:lnTo>
                  <a:lnTo>
                    <a:pt x="229087" y="280022"/>
                  </a:lnTo>
                  <a:lnTo>
                    <a:pt x="242133" y="274196"/>
                  </a:lnTo>
                  <a:lnTo>
                    <a:pt x="311205" y="237134"/>
                  </a:lnTo>
                  <a:lnTo>
                    <a:pt x="363724" y="197247"/>
                  </a:lnTo>
                  <a:lnTo>
                    <a:pt x="401958" y="156833"/>
                  </a:lnTo>
                  <a:lnTo>
                    <a:pt x="428173" y="118189"/>
                  </a:lnTo>
                  <a:lnTo>
                    <a:pt x="444636" y="83613"/>
                  </a:lnTo>
                  <a:lnTo>
                    <a:pt x="457369" y="35854"/>
                  </a:lnTo>
                  <a:lnTo>
                    <a:pt x="458174" y="27266"/>
                  </a:lnTo>
                  <a:lnTo>
                    <a:pt x="458174" y="0"/>
                  </a:lnTo>
                  <a:close/>
                </a:path>
              </a:pathLst>
            </a:custGeom>
            <a:solidFill>
              <a:srgbClr val="08155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35">
              <a:extLst>
                <a:ext uri="{FF2B5EF4-FFF2-40B4-BE49-F238E27FC236}">
                  <a16:creationId xmlns:a16="http://schemas.microsoft.com/office/drawing/2014/main" id="{C4183635-97B4-04FF-28DE-7434E0C7A440}"/>
                </a:ext>
              </a:extLst>
            </p:cNvPr>
            <p:cNvSpPr/>
            <p:nvPr/>
          </p:nvSpPr>
          <p:spPr>
            <a:xfrm>
              <a:off x="629904" y="10452384"/>
              <a:ext cx="211454" cy="412115"/>
            </a:xfrm>
            <a:custGeom>
              <a:avLst/>
              <a:gdLst/>
              <a:ahLst/>
              <a:cxnLst/>
              <a:rect l="l" t="t" r="r" b="b"/>
              <a:pathLst>
                <a:path w="211455" h="412115" extrusionOk="0">
                  <a:moveTo>
                    <a:pt x="211348" y="0"/>
                  </a:moveTo>
                  <a:lnTo>
                    <a:pt x="31814" y="0"/>
                  </a:lnTo>
                  <a:lnTo>
                    <a:pt x="19431" y="2499"/>
                  </a:lnTo>
                  <a:lnTo>
                    <a:pt x="9318" y="9316"/>
                  </a:lnTo>
                  <a:lnTo>
                    <a:pt x="2500" y="19428"/>
                  </a:lnTo>
                  <a:lnTo>
                    <a:pt x="0" y="31814"/>
                  </a:lnTo>
                  <a:lnTo>
                    <a:pt x="0" y="210306"/>
                  </a:lnTo>
                  <a:lnTo>
                    <a:pt x="63896" y="210306"/>
                  </a:lnTo>
                  <a:lnTo>
                    <a:pt x="63896" y="109065"/>
                  </a:lnTo>
                  <a:lnTo>
                    <a:pt x="146921" y="191932"/>
                  </a:lnTo>
                  <a:lnTo>
                    <a:pt x="146921" y="364121"/>
                  </a:lnTo>
                  <a:lnTo>
                    <a:pt x="192154" y="400076"/>
                  </a:lnTo>
                  <a:lnTo>
                    <a:pt x="211348" y="411911"/>
                  </a:lnTo>
                  <a:lnTo>
                    <a:pt x="211348" y="165957"/>
                  </a:lnTo>
                  <a:lnTo>
                    <a:pt x="109091" y="63896"/>
                  </a:lnTo>
                  <a:lnTo>
                    <a:pt x="211348" y="63896"/>
                  </a:lnTo>
                  <a:lnTo>
                    <a:pt x="211348" y="0"/>
                  </a:lnTo>
                  <a:close/>
                </a:path>
              </a:pathLst>
            </a:custGeom>
            <a:solidFill>
              <a:srgbClr val="007A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66" name="Google Shape;266;p35">
            <a:extLst>
              <a:ext uri="{FF2B5EF4-FFF2-40B4-BE49-F238E27FC236}">
                <a16:creationId xmlns:a16="http://schemas.microsoft.com/office/drawing/2014/main" id="{39BB9B33-EB17-A1A0-0B13-6614B5B6B70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47505" y="6385223"/>
            <a:ext cx="662421" cy="242312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5">
            <a:extLst>
              <a:ext uri="{FF2B5EF4-FFF2-40B4-BE49-F238E27FC236}">
                <a16:creationId xmlns:a16="http://schemas.microsoft.com/office/drawing/2014/main" id="{1B387E91-903B-AEC0-F23A-F05FCDED5C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6118" y="218865"/>
            <a:ext cx="10515548" cy="62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00" rIns="0" bIns="0" anchor="ctr" anchorCtr="0">
            <a:spAutoFit/>
          </a:bodyPr>
          <a:lstStyle/>
          <a:p>
            <a:pPr marL="7701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165C"/>
              </a:buClr>
              <a:buSzPts val="6600"/>
              <a:buFont typeface="Figtree"/>
              <a:buNone/>
            </a:pPr>
            <a:r>
              <a:rPr lang="en-US" sz="4002" b="1">
                <a:solidFill>
                  <a:srgbClr val="09165C"/>
                </a:solidFill>
                <a:latin typeface="Figtree"/>
                <a:ea typeface="Figtree"/>
                <a:cs typeface="Figtree"/>
                <a:sym typeface="Figtree"/>
              </a:rPr>
              <a:t>Solution </a:t>
            </a:r>
            <a:endParaRPr sz="4002" b="1">
              <a:solidFill>
                <a:srgbClr val="09165C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  <p:extLst>
      <p:ext uri="{BB962C8B-B14F-4D97-AF65-F5344CB8AC3E}">
        <p14:creationId xmlns:p14="http://schemas.microsoft.com/office/powerpoint/2010/main" val="2656068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9">
          <a:extLst>
            <a:ext uri="{FF2B5EF4-FFF2-40B4-BE49-F238E27FC236}">
              <a16:creationId xmlns:a16="http://schemas.microsoft.com/office/drawing/2014/main" id="{C78DACE0-55D4-A0B6-4DFE-88966E5B4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53">
            <a:extLst>
              <a:ext uri="{FF2B5EF4-FFF2-40B4-BE49-F238E27FC236}">
                <a16:creationId xmlns:a16="http://schemas.microsoft.com/office/drawing/2014/main" id="{DD614C31-D6D5-57E4-E700-F109D170B0CC}"/>
              </a:ext>
            </a:extLst>
          </p:cNvPr>
          <p:cNvSpPr/>
          <p:nvPr/>
        </p:nvSpPr>
        <p:spPr>
          <a:xfrm>
            <a:off x="3095436" y="1780009"/>
            <a:ext cx="1868685" cy="614798"/>
          </a:xfrm>
          <a:custGeom>
            <a:avLst/>
            <a:gdLst/>
            <a:ahLst/>
            <a:cxnLst/>
            <a:rect l="l" t="t" r="r" b="b"/>
            <a:pathLst>
              <a:path w="3001" h="988" fill="none" extrusionOk="0">
                <a:moveTo>
                  <a:pt x="3001" y="988"/>
                </a:moveTo>
                <a:lnTo>
                  <a:pt x="2214" y="988"/>
                </a:lnTo>
                <a:lnTo>
                  <a:pt x="1223" y="0"/>
                </a:lnTo>
                <a:lnTo>
                  <a:pt x="0" y="0"/>
                </a:lnTo>
              </a:path>
            </a:pathLst>
          </a:custGeom>
          <a:solidFill>
            <a:srgbClr val="002060"/>
          </a:solidFill>
          <a:ln w="254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" tIns="1800" rIns="1800" bIns="18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1" name="Google Shape;791;p53">
            <a:extLst>
              <a:ext uri="{FF2B5EF4-FFF2-40B4-BE49-F238E27FC236}">
                <a16:creationId xmlns:a16="http://schemas.microsoft.com/office/drawing/2014/main" id="{98671539-3C16-D5E5-BC1C-8E09F0A38626}"/>
              </a:ext>
            </a:extLst>
          </p:cNvPr>
          <p:cNvSpPr/>
          <p:nvPr/>
        </p:nvSpPr>
        <p:spPr>
          <a:xfrm>
            <a:off x="3095436" y="4160091"/>
            <a:ext cx="1868685" cy="615420"/>
          </a:xfrm>
          <a:custGeom>
            <a:avLst/>
            <a:gdLst/>
            <a:ahLst/>
            <a:cxnLst/>
            <a:rect l="l" t="t" r="r" b="b"/>
            <a:pathLst>
              <a:path w="3001" h="989" fill="none" extrusionOk="0">
                <a:moveTo>
                  <a:pt x="3001" y="0"/>
                </a:moveTo>
                <a:lnTo>
                  <a:pt x="2214" y="0"/>
                </a:lnTo>
                <a:lnTo>
                  <a:pt x="1223" y="989"/>
                </a:lnTo>
                <a:lnTo>
                  <a:pt x="0" y="989"/>
                </a:lnTo>
              </a:path>
            </a:pathLst>
          </a:custGeom>
          <a:solidFill>
            <a:srgbClr val="002060"/>
          </a:solidFill>
          <a:ln w="254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" tIns="1800" rIns="1800" bIns="18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3" name="Google Shape;793;p53">
            <a:extLst>
              <a:ext uri="{FF2B5EF4-FFF2-40B4-BE49-F238E27FC236}">
                <a16:creationId xmlns:a16="http://schemas.microsoft.com/office/drawing/2014/main" id="{E49DAB84-789A-7415-1CB0-B4FDAB778473}"/>
              </a:ext>
            </a:extLst>
          </p:cNvPr>
          <p:cNvSpPr/>
          <p:nvPr/>
        </p:nvSpPr>
        <p:spPr>
          <a:xfrm>
            <a:off x="6929983" y="1780009"/>
            <a:ext cx="1869308" cy="614798"/>
          </a:xfrm>
          <a:custGeom>
            <a:avLst/>
            <a:gdLst/>
            <a:ahLst/>
            <a:cxnLst/>
            <a:rect l="l" t="t" r="r" b="b"/>
            <a:pathLst>
              <a:path w="3002" h="988" fill="none" extrusionOk="0">
                <a:moveTo>
                  <a:pt x="0" y="988"/>
                </a:moveTo>
                <a:lnTo>
                  <a:pt x="788" y="988"/>
                </a:lnTo>
                <a:lnTo>
                  <a:pt x="1778" y="0"/>
                </a:lnTo>
                <a:lnTo>
                  <a:pt x="3002" y="0"/>
                </a:lnTo>
              </a:path>
            </a:pathLst>
          </a:custGeom>
          <a:solidFill>
            <a:srgbClr val="002060"/>
          </a:solidFill>
          <a:ln w="254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" tIns="1800" rIns="1800" bIns="18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795" name="Google Shape;795;p53">
            <a:extLst>
              <a:ext uri="{FF2B5EF4-FFF2-40B4-BE49-F238E27FC236}">
                <a16:creationId xmlns:a16="http://schemas.microsoft.com/office/drawing/2014/main" id="{52C6657F-C9ED-C2C9-5B3B-5AE5D428FE5C}"/>
              </a:ext>
            </a:extLst>
          </p:cNvPr>
          <p:cNvGrpSpPr/>
          <p:nvPr/>
        </p:nvGrpSpPr>
        <p:grpSpPr>
          <a:xfrm>
            <a:off x="3332136" y="1046237"/>
            <a:ext cx="5231703" cy="4463047"/>
            <a:chOff x="6958997" y="3661299"/>
            <a:chExt cx="10463405" cy="8926093"/>
          </a:xfrm>
        </p:grpSpPr>
        <p:sp>
          <p:nvSpPr>
            <p:cNvPr id="796" name="Google Shape;796;p53">
              <a:extLst>
                <a:ext uri="{FF2B5EF4-FFF2-40B4-BE49-F238E27FC236}">
                  <a16:creationId xmlns:a16="http://schemas.microsoft.com/office/drawing/2014/main" id="{58A468EF-FF9B-B11E-47E2-18D7750C3375}"/>
                </a:ext>
              </a:extLst>
            </p:cNvPr>
            <p:cNvSpPr/>
            <p:nvPr/>
          </p:nvSpPr>
          <p:spPr>
            <a:xfrm>
              <a:off x="12437990" y="4170828"/>
              <a:ext cx="284041" cy="2028149"/>
            </a:xfrm>
            <a:custGeom>
              <a:avLst/>
              <a:gdLst/>
              <a:ahLst/>
              <a:cxnLst/>
              <a:rect l="l" t="t" r="r" b="b"/>
              <a:pathLst>
                <a:path w="229" h="1629" extrusionOk="0">
                  <a:moveTo>
                    <a:pt x="20" y="1629"/>
                  </a:moveTo>
                  <a:lnTo>
                    <a:pt x="0" y="1629"/>
                  </a:lnTo>
                  <a:lnTo>
                    <a:pt x="0" y="591"/>
                  </a:lnTo>
                  <a:lnTo>
                    <a:pt x="209" y="382"/>
                  </a:lnTo>
                  <a:lnTo>
                    <a:pt x="209" y="0"/>
                  </a:lnTo>
                  <a:lnTo>
                    <a:pt x="229" y="0"/>
                  </a:lnTo>
                  <a:lnTo>
                    <a:pt x="229" y="391"/>
                  </a:lnTo>
                  <a:lnTo>
                    <a:pt x="20" y="599"/>
                  </a:ln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97" name="Google Shape;797;p53">
              <a:extLst>
                <a:ext uri="{FF2B5EF4-FFF2-40B4-BE49-F238E27FC236}">
                  <a16:creationId xmlns:a16="http://schemas.microsoft.com/office/drawing/2014/main" id="{6665F09A-9C71-CC98-6D05-B3F947AE6AEC}"/>
                </a:ext>
              </a:extLst>
            </p:cNvPr>
            <p:cNvSpPr/>
            <p:nvPr/>
          </p:nvSpPr>
          <p:spPr>
            <a:xfrm>
              <a:off x="11660615" y="4170828"/>
              <a:ext cx="282795" cy="2028149"/>
            </a:xfrm>
            <a:custGeom>
              <a:avLst/>
              <a:gdLst/>
              <a:ahLst/>
              <a:cxnLst/>
              <a:rect l="l" t="t" r="r" b="b"/>
              <a:pathLst>
                <a:path w="228" h="1629" extrusionOk="0">
                  <a:moveTo>
                    <a:pt x="228" y="1629"/>
                  </a:moveTo>
                  <a:lnTo>
                    <a:pt x="208" y="1629"/>
                  </a:lnTo>
                  <a:lnTo>
                    <a:pt x="208" y="599"/>
                  </a:lnTo>
                  <a:lnTo>
                    <a:pt x="0" y="391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0" y="382"/>
                  </a:lnTo>
                  <a:lnTo>
                    <a:pt x="228" y="591"/>
                  </a:ln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98" name="Google Shape;798;p53">
              <a:extLst>
                <a:ext uri="{FF2B5EF4-FFF2-40B4-BE49-F238E27FC236}">
                  <a16:creationId xmlns:a16="http://schemas.microsoft.com/office/drawing/2014/main" id="{A241F177-DD0A-5EA1-E7F7-9D955F3C7402}"/>
                </a:ext>
              </a:extLst>
            </p:cNvPr>
            <p:cNvSpPr/>
            <p:nvPr/>
          </p:nvSpPr>
          <p:spPr>
            <a:xfrm>
              <a:off x="11218359" y="3949077"/>
              <a:ext cx="465926" cy="2249900"/>
            </a:xfrm>
            <a:custGeom>
              <a:avLst/>
              <a:gdLst/>
              <a:ahLst/>
              <a:cxnLst/>
              <a:rect l="l" t="t" r="r" b="b"/>
              <a:pathLst>
                <a:path w="375" h="1807" extrusionOk="0">
                  <a:moveTo>
                    <a:pt x="375" y="1807"/>
                  </a:moveTo>
                  <a:lnTo>
                    <a:pt x="355" y="1807"/>
                  </a:lnTo>
                  <a:lnTo>
                    <a:pt x="355" y="1317"/>
                  </a:lnTo>
                  <a:lnTo>
                    <a:pt x="0" y="965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0" y="957"/>
                  </a:lnTo>
                  <a:lnTo>
                    <a:pt x="375" y="1309"/>
                  </a:ln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99" name="Google Shape;799;p53">
              <a:extLst>
                <a:ext uri="{FF2B5EF4-FFF2-40B4-BE49-F238E27FC236}">
                  <a16:creationId xmlns:a16="http://schemas.microsoft.com/office/drawing/2014/main" id="{3A8CB26A-8283-2996-08F1-7ACCAA277D65}"/>
                </a:ext>
              </a:extLst>
            </p:cNvPr>
            <p:cNvSpPr/>
            <p:nvPr/>
          </p:nvSpPr>
          <p:spPr>
            <a:xfrm>
              <a:off x="12698357" y="3949077"/>
              <a:ext cx="464680" cy="2249900"/>
            </a:xfrm>
            <a:custGeom>
              <a:avLst/>
              <a:gdLst/>
              <a:ahLst/>
              <a:cxnLst/>
              <a:rect l="l" t="t" r="r" b="b"/>
              <a:pathLst>
                <a:path w="374" h="1807" extrusionOk="0">
                  <a:moveTo>
                    <a:pt x="20" y="1807"/>
                  </a:moveTo>
                  <a:lnTo>
                    <a:pt x="0" y="1807"/>
                  </a:lnTo>
                  <a:lnTo>
                    <a:pt x="0" y="1309"/>
                  </a:lnTo>
                  <a:lnTo>
                    <a:pt x="3" y="1306"/>
                  </a:lnTo>
                  <a:lnTo>
                    <a:pt x="354" y="957"/>
                  </a:lnTo>
                  <a:lnTo>
                    <a:pt x="354" y="0"/>
                  </a:lnTo>
                  <a:lnTo>
                    <a:pt x="374" y="0"/>
                  </a:lnTo>
                  <a:lnTo>
                    <a:pt x="374" y="965"/>
                  </a:lnTo>
                  <a:lnTo>
                    <a:pt x="372" y="968"/>
                  </a:lnTo>
                  <a:lnTo>
                    <a:pt x="20" y="1317"/>
                  </a:ln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00" name="Google Shape;800;p53">
              <a:extLst>
                <a:ext uri="{FF2B5EF4-FFF2-40B4-BE49-F238E27FC236}">
                  <a16:creationId xmlns:a16="http://schemas.microsoft.com/office/drawing/2014/main" id="{58177C96-4C53-C0EF-30A3-257186A6616F}"/>
                </a:ext>
              </a:extLst>
            </p:cNvPr>
            <p:cNvSpPr/>
            <p:nvPr/>
          </p:nvSpPr>
          <p:spPr>
            <a:xfrm>
              <a:off x="12180107" y="3840689"/>
              <a:ext cx="23670" cy="2358283"/>
            </a:xfrm>
            <a:custGeom>
              <a:avLst/>
              <a:gdLst/>
              <a:ahLst/>
              <a:cxnLst/>
              <a:rect l="l" t="t" r="r" b="b"/>
              <a:pathLst>
                <a:path w="20" h="1894" extrusionOk="0">
                  <a:moveTo>
                    <a:pt x="20" y="1894"/>
                  </a:moveTo>
                  <a:lnTo>
                    <a:pt x="0" y="1894"/>
                  </a:lnTo>
                  <a:lnTo>
                    <a:pt x="0" y="0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01" name="Google Shape;801;p53">
              <a:extLst>
                <a:ext uri="{FF2B5EF4-FFF2-40B4-BE49-F238E27FC236}">
                  <a16:creationId xmlns:a16="http://schemas.microsoft.com/office/drawing/2014/main" id="{13D2FC46-61E4-B5F5-A290-A4A28FF4D66F}"/>
                </a:ext>
              </a:extLst>
            </p:cNvPr>
            <p:cNvSpPr/>
            <p:nvPr/>
          </p:nvSpPr>
          <p:spPr>
            <a:xfrm>
              <a:off x="12984892" y="3782141"/>
              <a:ext cx="332626" cy="331381"/>
            </a:xfrm>
            <a:custGeom>
              <a:avLst/>
              <a:gdLst/>
              <a:ahLst/>
              <a:cxnLst/>
              <a:rect l="l" t="t" r="r" b="b"/>
              <a:pathLst>
                <a:path w="268" h="267" extrusionOk="0">
                  <a:moveTo>
                    <a:pt x="0" y="134"/>
                  </a:moveTo>
                  <a:cubicBezTo>
                    <a:pt x="0" y="60"/>
                    <a:pt x="60" y="0"/>
                    <a:pt x="134" y="0"/>
                  </a:cubicBezTo>
                  <a:cubicBezTo>
                    <a:pt x="207" y="0"/>
                    <a:pt x="268" y="60"/>
                    <a:pt x="268" y="134"/>
                  </a:cubicBezTo>
                  <a:cubicBezTo>
                    <a:pt x="268" y="207"/>
                    <a:pt x="207" y="267"/>
                    <a:pt x="134" y="267"/>
                  </a:cubicBezTo>
                  <a:cubicBezTo>
                    <a:pt x="60" y="267"/>
                    <a:pt x="0" y="207"/>
                    <a:pt x="0" y="134"/>
                  </a:cubicBez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02" name="Google Shape;802;p53">
              <a:extLst>
                <a:ext uri="{FF2B5EF4-FFF2-40B4-BE49-F238E27FC236}">
                  <a16:creationId xmlns:a16="http://schemas.microsoft.com/office/drawing/2014/main" id="{7322FAC1-B603-36B1-D2A6-6A103F3A15DB}"/>
                </a:ext>
              </a:extLst>
            </p:cNvPr>
            <p:cNvSpPr/>
            <p:nvPr/>
          </p:nvSpPr>
          <p:spPr>
            <a:xfrm>
              <a:off x="12972434" y="3769683"/>
              <a:ext cx="357542" cy="357542"/>
            </a:xfrm>
            <a:custGeom>
              <a:avLst/>
              <a:gdLst/>
              <a:ahLst/>
              <a:cxnLst/>
              <a:rect l="l" t="t" r="r" b="b"/>
              <a:pathLst>
                <a:path w="288" h="288" extrusionOk="0">
                  <a:moveTo>
                    <a:pt x="144" y="20"/>
                  </a:moveTo>
                  <a:cubicBezTo>
                    <a:pt x="76" y="20"/>
                    <a:pt x="21" y="75"/>
                    <a:pt x="21" y="144"/>
                  </a:cubicBezTo>
                  <a:cubicBezTo>
                    <a:pt x="21" y="212"/>
                    <a:pt x="76" y="267"/>
                    <a:pt x="144" y="267"/>
                  </a:cubicBezTo>
                  <a:cubicBezTo>
                    <a:pt x="212" y="267"/>
                    <a:pt x="268" y="212"/>
                    <a:pt x="268" y="144"/>
                  </a:cubicBezTo>
                  <a:cubicBezTo>
                    <a:pt x="268" y="75"/>
                    <a:pt x="212" y="20"/>
                    <a:pt x="144" y="20"/>
                  </a:cubicBezTo>
                  <a:close/>
                  <a:moveTo>
                    <a:pt x="144" y="288"/>
                  </a:moveTo>
                  <a:cubicBezTo>
                    <a:pt x="65" y="288"/>
                    <a:pt x="0" y="223"/>
                    <a:pt x="0" y="144"/>
                  </a:cubicBezTo>
                  <a:cubicBezTo>
                    <a:pt x="0" y="64"/>
                    <a:pt x="65" y="0"/>
                    <a:pt x="144" y="0"/>
                  </a:cubicBezTo>
                  <a:cubicBezTo>
                    <a:pt x="223" y="0"/>
                    <a:pt x="288" y="64"/>
                    <a:pt x="288" y="144"/>
                  </a:cubicBezTo>
                  <a:cubicBezTo>
                    <a:pt x="288" y="223"/>
                    <a:pt x="223" y="288"/>
                    <a:pt x="144" y="288"/>
                  </a:cubicBez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03" name="Google Shape;803;p53">
              <a:extLst>
                <a:ext uri="{FF2B5EF4-FFF2-40B4-BE49-F238E27FC236}">
                  <a16:creationId xmlns:a16="http://schemas.microsoft.com/office/drawing/2014/main" id="{F226A5FF-BA31-532E-707C-7D5DBDFF0999}"/>
                </a:ext>
              </a:extLst>
            </p:cNvPr>
            <p:cNvSpPr/>
            <p:nvPr/>
          </p:nvSpPr>
          <p:spPr>
            <a:xfrm>
              <a:off x="12543882" y="4003892"/>
              <a:ext cx="331381" cy="331381"/>
            </a:xfrm>
            <a:custGeom>
              <a:avLst/>
              <a:gdLst/>
              <a:ahLst/>
              <a:cxnLst/>
              <a:rect l="l" t="t" r="r" b="b"/>
              <a:pathLst>
                <a:path w="267" h="267" extrusionOk="0">
                  <a:moveTo>
                    <a:pt x="0" y="134"/>
                  </a:moveTo>
                  <a:cubicBezTo>
                    <a:pt x="0" y="60"/>
                    <a:pt x="60" y="0"/>
                    <a:pt x="134" y="0"/>
                  </a:cubicBezTo>
                  <a:cubicBezTo>
                    <a:pt x="208" y="0"/>
                    <a:pt x="267" y="60"/>
                    <a:pt x="267" y="134"/>
                  </a:cubicBezTo>
                  <a:cubicBezTo>
                    <a:pt x="267" y="208"/>
                    <a:pt x="208" y="267"/>
                    <a:pt x="134" y="267"/>
                  </a:cubicBezTo>
                  <a:cubicBezTo>
                    <a:pt x="60" y="267"/>
                    <a:pt x="0" y="208"/>
                    <a:pt x="0" y="134"/>
                  </a:cubicBez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04" name="Google Shape;804;p53">
              <a:extLst>
                <a:ext uri="{FF2B5EF4-FFF2-40B4-BE49-F238E27FC236}">
                  <a16:creationId xmlns:a16="http://schemas.microsoft.com/office/drawing/2014/main" id="{3EC4571B-5BA1-E7AA-0948-1C0C85CC29A8}"/>
                </a:ext>
              </a:extLst>
            </p:cNvPr>
            <p:cNvSpPr/>
            <p:nvPr/>
          </p:nvSpPr>
          <p:spPr>
            <a:xfrm>
              <a:off x="12531424" y="3991434"/>
              <a:ext cx="356296" cy="357542"/>
            </a:xfrm>
            <a:custGeom>
              <a:avLst/>
              <a:gdLst/>
              <a:ahLst/>
              <a:cxnLst/>
              <a:rect l="l" t="t" r="r" b="b"/>
              <a:pathLst>
                <a:path w="287" h="288" extrusionOk="0">
                  <a:moveTo>
                    <a:pt x="144" y="20"/>
                  </a:moveTo>
                  <a:cubicBezTo>
                    <a:pt x="76" y="20"/>
                    <a:pt x="20" y="76"/>
                    <a:pt x="20" y="144"/>
                  </a:cubicBezTo>
                  <a:cubicBezTo>
                    <a:pt x="20" y="212"/>
                    <a:pt x="76" y="267"/>
                    <a:pt x="144" y="267"/>
                  </a:cubicBezTo>
                  <a:cubicBezTo>
                    <a:pt x="212" y="267"/>
                    <a:pt x="267" y="212"/>
                    <a:pt x="267" y="144"/>
                  </a:cubicBezTo>
                  <a:cubicBezTo>
                    <a:pt x="267" y="76"/>
                    <a:pt x="212" y="20"/>
                    <a:pt x="144" y="20"/>
                  </a:cubicBezTo>
                  <a:close/>
                  <a:moveTo>
                    <a:pt x="144" y="288"/>
                  </a:moveTo>
                  <a:cubicBezTo>
                    <a:pt x="64" y="288"/>
                    <a:pt x="0" y="223"/>
                    <a:pt x="0" y="144"/>
                  </a:cubicBezTo>
                  <a:cubicBezTo>
                    <a:pt x="0" y="64"/>
                    <a:pt x="64" y="0"/>
                    <a:pt x="144" y="0"/>
                  </a:cubicBezTo>
                  <a:cubicBezTo>
                    <a:pt x="223" y="0"/>
                    <a:pt x="287" y="64"/>
                    <a:pt x="287" y="144"/>
                  </a:cubicBezTo>
                  <a:cubicBezTo>
                    <a:pt x="287" y="223"/>
                    <a:pt x="223" y="288"/>
                    <a:pt x="144" y="288"/>
                  </a:cubicBez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05" name="Google Shape;805;p53">
              <a:extLst>
                <a:ext uri="{FF2B5EF4-FFF2-40B4-BE49-F238E27FC236}">
                  <a16:creationId xmlns:a16="http://schemas.microsoft.com/office/drawing/2014/main" id="{3186EB23-E940-709B-63E5-ABAE2964170C}"/>
                </a:ext>
              </a:extLst>
            </p:cNvPr>
            <p:cNvSpPr/>
            <p:nvPr/>
          </p:nvSpPr>
          <p:spPr>
            <a:xfrm>
              <a:off x="12025632" y="3673757"/>
              <a:ext cx="331381" cy="331381"/>
            </a:xfrm>
            <a:custGeom>
              <a:avLst/>
              <a:gdLst/>
              <a:ahLst/>
              <a:cxnLst/>
              <a:rect l="l" t="t" r="r" b="b"/>
              <a:pathLst>
                <a:path w="267" h="267" extrusionOk="0">
                  <a:moveTo>
                    <a:pt x="0" y="134"/>
                  </a:moveTo>
                  <a:cubicBezTo>
                    <a:pt x="0" y="60"/>
                    <a:pt x="60" y="0"/>
                    <a:pt x="133" y="0"/>
                  </a:cubicBezTo>
                  <a:cubicBezTo>
                    <a:pt x="207" y="0"/>
                    <a:pt x="267" y="60"/>
                    <a:pt x="267" y="134"/>
                  </a:cubicBezTo>
                  <a:cubicBezTo>
                    <a:pt x="267" y="207"/>
                    <a:pt x="207" y="267"/>
                    <a:pt x="133" y="267"/>
                  </a:cubicBezTo>
                  <a:cubicBezTo>
                    <a:pt x="60" y="267"/>
                    <a:pt x="0" y="207"/>
                    <a:pt x="0" y="134"/>
                  </a:cubicBez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06" name="Google Shape;806;p53">
              <a:extLst>
                <a:ext uri="{FF2B5EF4-FFF2-40B4-BE49-F238E27FC236}">
                  <a16:creationId xmlns:a16="http://schemas.microsoft.com/office/drawing/2014/main" id="{9C25308B-6C1A-C4C1-0707-71744786208A}"/>
                </a:ext>
              </a:extLst>
            </p:cNvPr>
            <p:cNvSpPr/>
            <p:nvPr/>
          </p:nvSpPr>
          <p:spPr>
            <a:xfrm>
              <a:off x="12013171" y="3661299"/>
              <a:ext cx="356296" cy="357542"/>
            </a:xfrm>
            <a:custGeom>
              <a:avLst/>
              <a:gdLst/>
              <a:ahLst/>
              <a:cxnLst/>
              <a:rect l="l" t="t" r="r" b="b"/>
              <a:pathLst>
                <a:path w="287" h="288" extrusionOk="0">
                  <a:moveTo>
                    <a:pt x="143" y="20"/>
                  </a:moveTo>
                  <a:cubicBezTo>
                    <a:pt x="75" y="20"/>
                    <a:pt x="21" y="76"/>
                    <a:pt x="21" y="144"/>
                  </a:cubicBezTo>
                  <a:cubicBezTo>
                    <a:pt x="21" y="212"/>
                    <a:pt x="75" y="267"/>
                    <a:pt x="143" y="267"/>
                  </a:cubicBezTo>
                  <a:cubicBezTo>
                    <a:pt x="212" y="267"/>
                    <a:pt x="267" y="212"/>
                    <a:pt x="267" y="144"/>
                  </a:cubicBezTo>
                  <a:cubicBezTo>
                    <a:pt x="267" y="76"/>
                    <a:pt x="212" y="20"/>
                    <a:pt x="143" y="20"/>
                  </a:cubicBezTo>
                  <a:close/>
                  <a:moveTo>
                    <a:pt x="143" y="288"/>
                  </a:moveTo>
                  <a:cubicBezTo>
                    <a:pt x="64" y="288"/>
                    <a:pt x="0" y="223"/>
                    <a:pt x="0" y="144"/>
                  </a:cubicBezTo>
                  <a:cubicBezTo>
                    <a:pt x="0" y="65"/>
                    <a:pt x="64" y="0"/>
                    <a:pt x="143" y="0"/>
                  </a:cubicBezTo>
                  <a:cubicBezTo>
                    <a:pt x="223" y="0"/>
                    <a:pt x="287" y="65"/>
                    <a:pt x="287" y="144"/>
                  </a:cubicBezTo>
                  <a:cubicBezTo>
                    <a:pt x="287" y="223"/>
                    <a:pt x="223" y="288"/>
                    <a:pt x="143" y="288"/>
                  </a:cubicBez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07" name="Google Shape;807;p53">
              <a:extLst>
                <a:ext uri="{FF2B5EF4-FFF2-40B4-BE49-F238E27FC236}">
                  <a16:creationId xmlns:a16="http://schemas.microsoft.com/office/drawing/2014/main" id="{CEBD43A7-A088-7E96-D071-0C42989AA82F}"/>
                </a:ext>
              </a:extLst>
            </p:cNvPr>
            <p:cNvSpPr/>
            <p:nvPr/>
          </p:nvSpPr>
          <p:spPr>
            <a:xfrm>
              <a:off x="11506134" y="4003892"/>
              <a:ext cx="331381" cy="331381"/>
            </a:xfrm>
            <a:custGeom>
              <a:avLst/>
              <a:gdLst/>
              <a:ahLst/>
              <a:cxnLst/>
              <a:rect l="l" t="t" r="r" b="b"/>
              <a:pathLst>
                <a:path w="267" h="267" extrusionOk="0">
                  <a:moveTo>
                    <a:pt x="0" y="134"/>
                  </a:moveTo>
                  <a:cubicBezTo>
                    <a:pt x="0" y="60"/>
                    <a:pt x="60" y="0"/>
                    <a:pt x="133" y="0"/>
                  </a:cubicBezTo>
                  <a:cubicBezTo>
                    <a:pt x="207" y="0"/>
                    <a:pt x="267" y="60"/>
                    <a:pt x="267" y="134"/>
                  </a:cubicBezTo>
                  <a:cubicBezTo>
                    <a:pt x="267" y="208"/>
                    <a:pt x="207" y="267"/>
                    <a:pt x="133" y="267"/>
                  </a:cubicBezTo>
                  <a:cubicBezTo>
                    <a:pt x="60" y="267"/>
                    <a:pt x="0" y="208"/>
                    <a:pt x="0" y="134"/>
                  </a:cubicBez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08" name="Google Shape;808;p53">
              <a:extLst>
                <a:ext uri="{FF2B5EF4-FFF2-40B4-BE49-F238E27FC236}">
                  <a16:creationId xmlns:a16="http://schemas.microsoft.com/office/drawing/2014/main" id="{1A18E56B-7B14-A6BE-50DB-7685FCC8C97E}"/>
                </a:ext>
              </a:extLst>
            </p:cNvPr>
            <p:cNvSpPr/>
            <p:nvPr/>
          </p:nvSpPr>
          <p:spPr>
            <a:xfrm>
              <a:off x="11493676" y="3991434"/>
              <a:ext cx="356296" cy="357542"/>
            </a:xfrm>
            <a:custGeom>
              <a:avLst/>
              <a:gdLst/>
              <a:ahLst/>
              <a:cxnLst/>
              <a:rect l="l" t="t" r="r" b="b"/>
              <a:pathLst>
                <a:path w="287" h="288" extrusionOk="0">
                  <a:moveTo>
                    <a:pt x="143" y="20"/>
                  </a:moveTo>
                  <a:cubicBezTo>
                    <a:pt x="75" y="20"/>
                    <a:pt x="20" y="76"/>
                    <a:pt x="20" y="144"/>
                  </a:cubicBezTo>
                  <a:cubicBezTo>
                    <a:pt x="20" y="212"/>
                    <a:pt x="75" y="267"/>
                    <a:pt x="143" y="267"/>
                  </a:cubicBezTo>
                  <a:cubicBezTo>
                    <a:pt x="212" y="267"/>
                    <a:pt x="267" y="212"/>
                    <a:pt x="267" y="144"/>
                  </a:cubicBezTo>
                  <a:cubicBezTo>
                    <a:pt x="267" y="76"/>
                    <a:pt x="212" y="20"/>
                    <a:pt x="143" y="20"/>
                  </a:cubicBezTo>
                  <a:close/>
                  <a:moveTo>
                    <a:pt x="143" y="288"/>
                  </a:moveTo>
                  <a:cubicBezTo>
                    <a:pt x="64" y="288"/>
                    <a:pt x="0" y="223"/>
                    <a:pt x="0" y="144"/>
                  </a:cubicBezTo>
                  <a:cubicBezTo>
                    <a:pt x="0" y="64"/>
                    <a:pt x="64" y="0"/>
                    <a:pt x="143" y="0"/>
                  </a:cubicBezTo>
                  <a:cubicBezTo>
                    <a:pt x="223" y="0"/>
                    <a:pt x="287" y="64"/>
                    <a:pt x="287" y="144"/>
                  </a:cubicBezTo>
                  <a:cubicBezTo>
                    <a:pt x="287" y="223"/>
                    <a:pt x="223" y="288"/>
                    <a:pt x="143" y="288"/>
                  </a:cubicBez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09" name="Google Shape;809;p53">
              <a:extLst>
                <a:ext uri="{FF2B5EF4-FFF2-40B4-BE49-F238E27FC236}">
                  <a16:creationId xmlns:a16="http://schemas.microsoft.com/office/drawing/2014/main" id="{9C0A502F-A432-50AE-7BF3-D99917640FC3}"/>
                </a:ext>
              </a:extLst>
            </p:cNvPr>
            <p:cNvSpPr/>
            <p:nvPr/>
          </p:nvSpPr>
          <p:spPr>
            <a:xfrm>
              <a:off x="11063881" y="3782141"/>
              <a:ext cx="331381" cy="331381"/>
            </a:xfrm>
            <a:custGeom>
              <a:avLst/>
              <a:gdLst/>
              <a:ahLst/>
              <a:cxnLst/>
              <a:rect l="l" t="t" r="r" b="b"/>
              <a:pathLst>
                <a:path w="267" h="267" extrusionOk="0">
                  <a:moveTo>
                    <a:pt x="0" y="134"/>
                  </a:moveTo>
                  <a:cubicBezTo>
                    <a:pt x="0" y="60"/>
                    <a:pt x="60" y="0"/>
                    <a:pt x="134" y="0"/>
                  </a:cubicBezTo>
                  <a:cubicBezTo>
                    <a:pt x="208" y="0"/>
                    <a:pt x="267" y="60"/>
                    <a:pt x="267" y="134"/>
                  </a:cubicBezTo>
                  <a:cubicBezTo>
                    <a:pt x="267" y="207"/>
                    <a:pt x="208" y="267"/>
                    <a:pt x="134" y="267"/>
                  </a:cubicBezTo>
                  <a:cubicBezTo>
                    <a:pt x="60" y="267"/>
                    <a:pt x="0" y="207"/>
                    <a:pt x="0" y="134"/>
                  </a:cubicBez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10" name="Google Shape;810;p53">
              <a:extLst>
                <a:ext uri="{FF2B5EF4-FFF2-40B4-BE49-F238E27FC236}">
                  <a16:creationId xmlns:a16="http://schemas.microsoft.com/office/drawing/2014/main" id="{9CA141F7-7324-AF52-1784-55F5ABBEBAFB}"/>
                </a:ext>
              </a:extLst>
            </p:cNvPr>
            <p:cNvSpPr/>
            <p:nvPr/>
          </p:nvSpPr>
          <p:spPr>
            <a:xfrm>
              <a:off x="11052669" y="3769683"/>
              <a:ext cx="356296" cy="357542"/>
            </a:xfrm>
            <a:custGeom>
              <a:avLst/>
              <a:gdLst/>
              <a:ahLst/>
              <a:cxnLst/>
              <a:rect l="l" t="t" r="r" b="b"/>
              <a:pathLst>
                <a:path w="287" h="288" extrusionOk="0">
                  <a:moveTo>
                    <a:pt x="143" y="20"/>
                  </a:moveTo>
                  <a:cubicBezTo>
                    <a:pt x="75" y="20"/>
                    <a:pt x="19" y="75"/>
                    <a:pt x="19" y="144"/>
                  </a:cubicBezTo>
                  <a:cubicBezTo>
                    <a:pt x="19" y="212"/>
                    <a:pt x="75" y="267"/>
                    <a:pt x="143" y="267"/>
                  </a:cubicBezTo>
                  <a:cubicBezTo>
                    <a:pt x="211" y="267"/>
                    <a:pt x="267" y="212"/>
                    <a:pt x="267" y="144"/>
                  </a:cubicBezTo>
                  <a:cubicBezTo>
                    <a:pt x="267" y="75"/>
                    <a:pt x="211" y="20"/>
                    <a:pt x="143" y="20"/>
                  </a:cubicBezTo>
                  <a:close/>
                  <a:moveTo>
                    <a:pt x="143" y="288"/>
                  </a:moveTo>
                  <a:cubicBezTo>
                    <a:pt x="64" y="288"/>
                    <a:pt x="0" y="223"/>
                    <a:pt x="0" y="144"/>
                  </a:cubicBezTo>
                  <a:cubicBezTo>
                    <a:pt x="0" y="64"/>
                    <a:pt x="64" y="0"/>
                    <a:pt x="143" y="0"/>
                  </a:cubicBezTo>
                  <a:cubicBezTo>
                    <a:pt x="222" y="0"/>
                    <a:pt x="287" y="64"/>
                    <a:pt x="287" y="144"/>
                  </a:cubicBezTo>
                  <a:cubicBezTo>
                    <a:pt x="287" y="223"/>
                    <a:pt x="222" y="288"/>
                    <a:pt x="143" y="288"/>
                  </a:cubicBez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11" name="Google Shape;811;p53">
              <a:extLst>
                <a:ext uri="{FF2B5EF4-FFF2-40B4-BE49-F238E27FC236}">
                  <a16:creationId xmlns:a16="http://schemas.microsoft.com/office/drawing/2014/main" id="{058F508C-F407-71DE-04A3-5ABF81F85495}"/>
                </a:ext>
              </a:extLst>
            </p:cNvPr>
            <p:cNvSpPr/>
            <p:nvPr/>
          </p:nvSpPr>
          <p:spPr>
            <a:xfrm>
              <a:off x="11660615" y="10048472"/>
              <a:ext cx="282795" cy="2029394"/>
            </a:xfrm>
            <a:custGeom>
              <a:avLst/>
              <a:gdLst/>
              <a:ahLst/>
              <a:cxnLst/>
              <a:rect l="l" t="t" r="r" b="b"/>
              <a:pathLst>
                <a:path w="228" h="1630" extrusionOk="0">
                  <a:moveTo>
                    <a:pt x="20" y="1630"/>
                  </a:moveTo>
                  <a:lnTo>
                    <a:pt x="0" y="1630"/>
                  </a:lnTo>
                  <a:lnTo>
                    <a:pt x="0" y="1239"/>
                  </a:lnTo>
                  <a:lnTo>
                    <a:pt x="208" y="1030"/>
                  </a:lnTo>
                  <a:lnTo>
                    <a:pt x="208" y="0"/>
                  </a:lnTo>
                  <a:lnTo>
                    <a:pt x="228" y="0"/>
                  </a:lnTo>
                  <a:lnTo>
                    <a:pt x="228" y="1039"/>
                  </a:lnTo>
                  <a:lnTo>
                    <a:pt x="20" y="1247"/>
                  </a:ln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12" name="Google Shape;812;p53">
              <a:extLst>
                <a:ext uri="{FF2B5EF4-FFF2-40B4-BE49-F238E27FC236}">
                  <a16:creationId xmlns:a16="http://schemas.microsoft.com/office/drawing/2014/main" id="{423CF998-3BFD-0FBE-49EF-FE89B29C037D}"/>
                </a:ext>
              </a:extLst>
            </p:cNvPr>
            <p:cNvSpPr/>
            <p:nvPr/>
          </p:nvSpPr>
          <p:spPr>
            <a:xfrm>
              <a:off x="12437990" y="10048472"/>
              <a:ext cx="284041" cy="2029394"/>
            </a:xfrm>
            <a:custGeom>
              <a:avLst/>
              <a:gdLst/>
              <a:ahLst/>
              <a:cxnLst/>
              <a:rect l="l" t="t" r="r" b="b"/>
              <a:pathLst>
                <a:path w="229" h="1630" extrusionOk="0">
                  <a:moveTo>
                    <a:pt x="229" y="1630"/>
                  </a:moveTo>
                  <a:lnTo>
                    <a:pt x="209" y="1630"/>
                  </a:lnTo>
                  <a:lnTo>
                    <a:pt x="209" y="1247"/>
                  </a:lnTo>
                  <a:lnTo>
                    <a:pt x="0" y="1039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0" y="1030"/>
                  </a:lnTo>
                  <a:lnTo>
                    <a:pt x="229" y="1239"/>
                  </a:ln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13" name="Google Shape;813;p53">
              <a:extLst>
                <a:ext uri="{FF2B5EF4-FFF2-40B4-BE49-F238E27FC236}">
                  <a16:creationId xmlns:a16="http://schemas.microsoft.com/office/drawing/2014/main" id="{8142EFAE-DB86-92EE-3AF1-A408541EEFF7}"/>
                </a:ext>
              </a:extLst>
            </p:cNvPr>
            <p:cNvSpPr/>
            <p:nvPr/>
          </p:nvSpPr>
          <p:spPr>
            <a:xfrm>
              <a:off x="12698357" y="10048472"/>
              <a:ext cx="464680" cy="2251145"/>
            </a:xfrm>
            <a:custGeom>
              <a:avLst/>
              <a:gdLst/>
              <a:ahLst/>
              <a:cxnLst/>
              <a:rect l="l" t="t" r="r" b="b"/>
              <a:pathLst>
                <a:path w="374" h="1808" extrusionOk="0">
                  <a:moveTo>
                    <a:pt x="374" y="1808"/>
                  </a:moveTo>
                  <a:lnTo>
                    <a:pt x="354" y="1808"/>
                  </a:lnTo>
                  <a:lnTo>
                    <a:pt x="354" y="850"/>
                  </a:lnTo>
                  <a:lnTo>
                    <a:pt x="0" y="499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0" y="490"/>
                  </a:lnTo>
                  <a:lnTo>
                    <a:pt x="374" y="842"/>
                  </a:ln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14" name="Google Shape;814;p53">
              <a:extLst>
                <a:ext uri="{FF2B5EF4-FFF2-40B4-BE49-F238E27FC236}">
                  <a16:creationId xmlns:a16="http://schemas.microsoft.com/office/drawing/2014/main" id="{E98373B1-6024-7E4C-D5F8-855436C8DC33}"/>
                </a:ext>
              </a:extLst>
            </p:cNvPr>
            <p:cNvSpPr/>
            <p:nvPr/>
          </p:nvSpPr>
          <p:spPr>
            <a:xfrm>
              <a:off x="11218359" y="10048472"/>
              <a:ext cx="465926" cy="2251145"/>
            </a:xfrm>
            <a:custGeom>
              <a:avLst/>
              <a:gdLst/>
              <a:ahLst/>
              <a:cxnLst/>
              <a:rect l="l" t="t" r="r" b="b"/>
              <a:pathLst>
                <a:path w="375" h="1808" extrusionOk="0">
                  <a:moveTo>
                    <a:pt x="20" y="1808"/>
                  </a:moveTo>
                  <a:lnTo>
                    <a:pt x="0" y="1808"/>
                  </a:lnTo>
                  <a:lnTo>
                    <a:pt x="0" y="842"/>
                  </a:lnTo>
                  <a:lnTo>
                    <a:pt x="355" y="490"/>
                  </a:lnTo>
                  <a:lnTo>
                    <a:pt x="355" y="0"/>
                  </a:lnTo>
                  <a:lnTo>
                    <a:pt x="375" y="0"/>
                  </a:lnTo>
                  <a:lnTo>
                    <a:pt x="375" y="499"/>
                  </a:lnTo>
                  <a:lnTo>
                    <a:pt x="20" y="850"/>
                  </a:ln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15" name="Google Shape;815;p53">
              <a:extLst>
                <a:ext uri="{FF2B5EF4-FFF2-40B4-BE49-F238E27FC236}">
                  <a16:creationId xmlns:a16="http://schemas.microsoft.com/office/drawing/2014/main" id="{B0262E1B-C4F5-969E-7CA4-74DC221F66A3}"/>
                </a:ext>
              </a:extLst>
            </p:cNvPr>
            <p:cNvSpPr/>
            <p:nvPr/>
          </p:nvSpPr>
          <p:spPr>
            <a:xfrm>
              <a:off x="12180107" y="10048472"/>
              <a:ext cx="23670" cy="2358283"/>
            </a:xfrm>
            <a:custGeom>
              <a:avLst/>
              <a:gdLst/>
              <a:ahLst/>
              <a:cxnLst/>
              <a:rect l="l" t="t" r="r" b="b"/>
              <a:pathLst>
                <a:path w="20" h="1894" extrusionOk="0">
                  <a:moveTo>
                    <a:pt x="20" y="1894"/>
                  </a:moveTo>
                  <a:lnTo>
                    <a:pt x="0" y="1894"/>
                  </a:lnTo>
                  <a:lnTo>
                    <a:pt x="0" y="0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16" name="Google Shape;816;p53">
              <a:extLst>
                <a:ext uri="{FF2B5EF4-FFF2-40B4-BE49-F238E27FC236}">
                  <a16:creationId xmlns:a16="http://schemas.microsoft.com/office/drawing/2014/main" id="{DB4B54C6-59AE-5D21-5FB6-DF04E5DDF3B8}"/>
                </a:ext>
              </a:extLst>
            </p:cNvPr>
            <p:cNvSpPr/>
            <p:nvPr/>
          </p:nvSpPr>
          <p:spPr>
            <a:xfrm>
              <a:off x="11063881" y="12133924"/>
              <a:ext cx="331381" cy="331381"/>
            </a:xfrm>
            <a:custGeom>
              <a:avLst/>
              <a:gdLst/>
              <a:ahLst/>
              <a:cxnLst/>
              <a:rect l="l" t="t" r="r" b="b"/>
              <a:pathLst>
                <a:path w="267" h="267" extrusionOk="0">
                  <a:moveTo>
                    <a:pt x="267" y="134"/>
                  </a:moveTo>
                  <a:cubicBezTo>
                    <a:pt x="267" y="207"/>
                    <a:pt x="208" y="267"/>
                    <a:pt x="134" y="267"/>
                  </a:cubicBezTo>
                  <a:cubicBezTo>
                    <a:pt x="60" y="267"/>
                    <a:pt x="0" y="207"/>
                    <a:pt x="0" y="134"/>
                  </a:cubicBezTo>
                  <a:cubicBezTo>
                    <a:pt x="0" y="60"/>
                    <a:pt x="60" y="0"/>
                    <a:pt x="134" y="0"/>
                  </a:cubicBezTo>
                  <a:cubicBezTo>
                    <a:pt x="208" y="0"/>
                    <a:pt x="267" y="60"/>
                    <a:pt x="267" y="134"/>
                  </a:cubicBez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17" name="Google Shape;817;p53">
              <a:extLst>
                <a:ext uri="{FF2B5EF4-FFF2-40B4-BE49-F238E27FC236}">
                  <a16:creationId xmlns:a16="http://schemas.microsoft.com/office/drawing/2014/main" id="{197A421E-DD16-EF0E-793C-57ADC6EA9BCE}"/>
                </a:ext>
              </a:extLst>
            </p:cNvPr>
            <p:cNvSpPr/>
            <p:nvPr/>
          </p:nvSpPr>
          <p:spPr>
            <a:xfrm>
              <a:off x="11052669" y="12121469"/>
              <a:ext cx="356296" cy="356296"/>
            </a:xfrm>
            <a:custGeom>
              <a:avLst/>
              <a:gdLst/>
              <a:ahLst/>
              <a:cxnLst/>
              <a:rect l="l" t="t" r="r" b="b"/>
              <a:pathLst>
                <a:path w="287" h="287" extrusionOk="0">
                  <a:moveTo>
                    <a:pt x="143" y="20"/>
                  </a:moveTo>
                  <a:cubicBezTo>
                    <a:pt x="75" y="20"/>
                    <a:pt x="19" y="76"/>
                    <a:pt x="19" y="144"/>
                  </a:cubicBezTo>
                  <a:cubicBezTo>
                    <a:pt x="19" y="212"/>
                    <a:pt x="75" y="267"/>
                    <a:pt x="143" y="267"/>
                  </a:cubicBezTo>
                  <a:cubicBezTo>
                    <a:pt x="211" y="267"/>
                    <a:pt x="267" y="212"/>
                    <a:pt x="267" y="144"/>
                  </a:cubicBezTo>
                  <a:cubicBezTo>
                    <a:pt x="267" y="76"/>
                    <a:pt x="211" y="20"/>
                    <a:pt x="143" y="20"/>
                  </a:cubicBezTo>
                  <a:close/>
                  <a:moveTo>
                    <a:pt x="143" y="287"/>
                  </a:moveTo>
                  <a:cubicBezTo>
                    <a:pt x="64" y="287"/>
                    <a:pt x="0" y="223"/>
                    <a:pt x="0" y="144"/>
                  </a:cubicBezTo>
                  <a:cubicBezTo>
                    <a:pt x="0" y="65"/>
                    <a:pt x="64" y="0"/>
                    <a:pt x="143" y="0"/>
                  </a:cubicBezTo>
                  <a:cubicBezTo>
                    <a:pt x="222" y="0"/>
                    <a:pt x="287" y="65"/>
                    <a:pt x="287" y="144"/>
                  </a:cubicBezTo>
                  <a:cubicBezTo>
                    <a:pt x="287" y="223"/>
                    <a:pt x="222" y="287"/>
                    <a:pt x="143" y="287"/>
                  </a:cubicBez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18" name="Google Shape;818;p53">
              <a:extLst>
                <a:ext uri="{FF2B5EF4-FFF2-40B4-BE49-F238E27FC236}">
                  <a16:creationId xmlns:a16="http://schemas.microsoft.com/office/drawing/2014/main" id="{D0EDB4CF-F639-B586-FFD5-0546681B8400}"/>
                </a:ext>
              </a:extLst>
            </p:cNvPr>
            <p:cNvSpPr/>
            <p:nvPr/>
          </p:nvSpPr>
          <p:spPr>
            <a:xfrm>
              <a:off x="11506134" y="11912176"/>
              <a:ext cx="331381" cy="331381"/>
            </a:xfrm>
            <a:custGeom>
              <a:avLst/>
              <a:gdLst/>
              <a:ahLst/>
              <a:cxnLst/>
              <a:rect l="l" t="t" r="r" b="b"/>
              <a:pathLst>
                <a:path w="267" h="267" extrusionOk="0">
                  <a:moveTo>
                    <a:pt x="267" y="134"/>
                  </a:moveTo>
                  <a:cubicBezTo>
                    <a:pt x="267" y="208"/>
                    <a:pt x="207" y="267"/>
                    <a:pt x="133" y="267"/>
                  </a:cubicBezTo>
                  <a:cubicBezTo>
                    <a:pt x="60" y="267"/>
                    <a:pt x="0" y="208"/>
                    <a:pt x="0" y="134"/>
                  </a:cubicBezTo>
                  <a:cubicBezTo>
                    <a:pt x="0" y="60"/>
                    <a:pt x="60" y="0"/>
                    <a:pt x="133" y="0"/>
                  </a:cubicBezTo>
                  <a:cubicBezTo>
                    <a:pt x="207" y="0"/>
                    <a:pt x="267" y="60"/>
                    <a:pt x="267" y="134"/>
                  </a:cubicBez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19" name="Google Shape;819;p53">
              <a:extLst>
                <a:ext uri="{FF2B5EF4-FFF2-40B4-BE49-F238E27FC236}">
                  <a16:creationId xmlns:a16="http://schemas.microsoft.com/office/drawing/2014/main" id="{248314B4-344C-5F76-09CD-7B5DA3E55FD9}"/>
                </a:ext>
              </a:extLst>
            </p:cNvPr>
            <p:cNvSpPr/>
            <p:nvPr/>
          </p:nvSpPr>
          <p:spPr>
            <a:xfrm>
              <a:off x="11493676" y="11899718"/>
              <a:ext cx="356296" cy="356296"/>
            </a:xfrm>
            <a:custGeom>
              <a:avLst/>
              <a:gdLst/>
              <a:ahLst/>
              <a:cxnLst/>
              <a:rect l="l" t="t" r="r" b="b"/>
              <a:pathLst>
                <a:path w="287" h="287" extrusionOk="0">
                  <a:moveTo>
                    <a:pt x="143" y="20"/>
                  </a:moveTo>
                  <a:cubicBezTo>
                    <a:pt x="75" y="20"/>
                    <a:pt x="20" y="76"/>
                    <a:pt x="20" y="144"/>
                  </a:cubicBezTo>
                  <a:cubicBezTo>
                    <a:pt x="20" y="211"/>
                    <a:pt x="75" y="267"/>
                    <a:pt x="143" y="267"/>
                  </a:cubicBezTo>
                  <a:cubicBezTo>
                    <a:pt x="212" y="267"/>
                    <a:pt x="267" y="211"/>
                    <a:pt x="267" y="144"/>
                  </a:cubicBezTo>
                  <a:cubicBezTo>
                    <a:pt x="267" y="76"/>
                    <a:pt x="212" y="20"/>
                    <a:pt x="143" y="20"/>
                  </a:cubicBezTo>
                  <a:close/>
                  <a:moveTo>
                    <a:pt x="143" y="287"/>
                  </a:moveTo>
                  <a:cubicBezTo>
                    <a:pt x="64" y="287"/>
                    <a:pt x="0" y="223"/>
                    <a:pt x="0" y="144"/>
                  </a:cubicBezTo>
                  <a:cubicBezTo>
                    <a:pt x="0" y="64"/>
                    <a:pt x="64" y="0"/>
                    <a:pt x="143" y="0"/>
                  </a:cubicBezTo>
                  <a:cubicBezTo>
                    <a:pt x="223" y="0"/>
                    <a:pt x="287" y="64"/>
                    <a:pt x="287" y="144"/>
                  </a:cubicBezTo>
                  <a:cubicBezTo>
                    <a:pt x="287" y="223"/>
                    <a:pt x="223" y="287"/>
                    <a:pt x="143" y="287"/>
                  </a:cubicBez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20" name="Google Shape;820;p53">
              <a:extLst>
                <a:ext uri="{FF2B5EF4-FFF2-40B4-BE49-F238E27FC236}">
                  <a16:creationId xmlns:a16="http://schemas.microsoft.com/office/drawing/2014/main" id="{7ABA5E59-0F05-1461-3FFE-8900FE3141F5}"/>
                </a:ext>
              </a:extLst>
            </p:cNvPr>
            <p:cNvSpPr/>
            <p:nvPr/>
          </p:nvSpPr>
          <p:spPr>
            <a:xfrm>
              <a:off x="12025632" y="12242308"/>
              <a:ext cx="331381" cy="331381"/>
            </a:xfrm>
            <a:custGeom>
              <a:avLst/>
              <a:gdLst/>
              <a:ahLst/>
              <a:cxnLst/>
              <a:rect l="l" t="t" r="r" b="b"/>
              <a:pathLst>
                <a:path w="267" h="267" extrusionOk="0">
                  <a:moveTo>
                    <a:pt x="267" y="133"/>
                  </a:moveTo>
                  <a:cubicBezTo>
                    <a:pt x="267" y="207"/>
                    <a:pt x="207" y="267"/>
                    <a:pt x="133" y="267"/>
                  </a:cubicBezTo>
                  <a:cubicBezTo>
                    <a:pt x="60" y="267"/>
                    <a:pt x="0" y="207"/>
                    <a:pt x="0" y="133"/>
                  </a:cubicBezTo>
                  <a:cubicBezTo>
                    <a:pt x="0" y="60"/>
                    <a:pt x="60" y="0"/>
                    <a:pt x="133" y="0"/>
                  </a:cubicBezTo>
                  <a:cubicBezTo>
                    <a:pt x="207" y="0"/>
                    <a:pt x="267" y="60"/>
                    <a:pt x="267" y="133"/>
                  </a:cubicBez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21" name="Google Shape;821;p53">
              <a:extLst>
                <a:ext uri="{FF2B5EF4-FFF2-40B4-BE49-F238E27FC236}">
                  <a16:creationId xmlns:a16="http://schemas.microsoft.com/office/drawing/2014/main" id="{86E269CD-6AE3-0FE0-8D71-50246209D192}"/>
                </a:ext>
              </a:extLst>
            </p:cNvPr>
            <p:cNvSpPr/>
            <p:nvPr/>
          </p:nvSpPr>
          <p:spPr>
            <a:xfrm>
              <a:off x="12013171" y="12229850"/>
              <a:ext cx="356296" cy="357542"/>
            </a:xfrm>
            <a:custGeom>
              <a:avLst/>
              <a:gdLst/>
              <a:ahLst/>
              <a:cxnLst/>
              <a:rect l="l" t="t" r="r" b="b"/>
              <a:pathLst>
                <a:path w="287" h="288" extrusionOk="0">
                  <a:moveTo>
                    <a:pt x="143" y="20"/>
                  </a:moveTo>
                  <a:cubicBezTo>
                    <a:pt x="75" y="20"/>
                    <a:pt x="21" y="75"/>
                    <a:pt x="21" y="143"/>
                  </a:cubicBezTo>
                  <a:cubicBezTo>
                    <a:pt x="21" y="212"/>
                    <a:pt x="75" y="267"/>
                    <a:pt x="143" y="267"/>
                  </a:cubicBezTo>
                  <a:cubicBezTo>
                    <a:pt x="212" y="267"/>
                    <a:pt x="267" y="212"/>
                    <a:pt x="267" y="143"/>
                  </a:cubicBezTo>
                  <a:cubicBezTo>
                    <a:pt x="267" y="75"/>
                    <a:pt x="212" y="20"/>
                    <a:pt x="143" y="20"/>
                  </a:cubicBezTo>
                  <a:close/>
                  <a:moveTo>
                    <a:pt x="143" y="288"/>
                  </a:moveTo>
                  <a:cubicBezTo>
                    <a:pt x="64" y="288"/>
                    <a:pt x="0" y="223"/>
                    <a:pt x="0" y="143"/>
                  </a:cubicBezTo>
                  <a:cubicBezTo>
                    <a:pt x="0" y="64"/>
                    <a:pt x="64" y="0"/>
                    <a:pt x="143" y="0"/>
                  </a:cubicBezTo>
                  <a:cubicBezTo>
                    <a:pt x="223" y="0"/>
                    <a:pt x="287" y="64"/>
                    <a:pt x="287" y="143"/>
                  </a:cubicBezTo>
                  <a:cubicBezTo>
                    <a:pt x="287" y="223"/>
                    <a:pt x="223" y="288"/>
                    <a:pt x="143" y="288"/>
                  </a:cubicBez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22" name="Google Shape;822;p53">
              <a:extLst>
                <a:ext uri="{FF2B5EF4-FFF2-40B4-BE49-F238E27FC236}">
                  <a16:creationId xmlns:a16="http://schemas.microsoft.com/office/drawing/2014/main" id="{6901C878-CCF7-5C3C-C545-286FA6C6CDB6}"/>
                </a:ext>
              </a:extLst>
            </p:cNvPr>
            <p:cNvSpPr/>
            <p:nvPr/>
          </p:nvSpPr>
          <p:spPr>
            <a:xfrm>
              <a:off x="12543882" y="11912176"/>
              <a:ext cx="331381" cy="331381"/>
            </a:xfrm>
            <a:custGeom>
              <a:avLst/>
              <a:gdLst/>
              <a:ahLst/>
              <a:cxnLst/>
              <a:rect l="l" t="t" r="r" b="b"/>
              <a:pathLst>
                <a:path w="267" h="267" extrusionOk="0">
                  <a:moveTo>
                    <a:pt x="267" y="134"/>
                  </a:moveTo>
                  <a:cubicBezTo>
                    <a:pt x="267" y="208"/>
                    <a:pt x="208" y="267"/>
                    <a:pt x="134" y="267"/>
                  </a:cubicBezTo>
                  <a:cubicBezTo>
                    <a:pt x="60" y="267"/>
                    <a:pt x="0" y="208"/>
                    <a:pt x="0" y="134"/>
                  </a:cubicBezTo>
                  <a:cubicBezTo>
                    <a:pt x="0" y="60"/>
                    <a:pt x="60" y="0"/>
                    <a:pt x="134" y="0"/>
                  </a:cubicBezTo>
                  <a:cubicBezTo>
                    <a:pt x="208" y="0"/>
                    <a:pt x="267" y="60"/>
                    <a:pt x="267" y="134"/>
                  </a:cubicBez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23" name="Google Shape;823;p53">
              <a:extLst>
                <a:ext uri="{FF2B5EF4-FFF2-40B4-BE49-F238E27FC236}">
                  <a16:creationId xmlns:a16="http://schemas.microsoft.com/office/drawing/2014/main" id="{4735CBC5-6C8D-D7E6-1739-59CDE6BF0053}"/>
                </a:ext>
              </a:extLst>
            </p:cNvPr>
            <p:cNvSpPr/>
            <p:nvPr/>
          </p:nvSpPr>
          <p:spPr>
            <a:xfrm>
              <a:off x="12531424" y="11899718"/>
              <a:ext cx="356296" cy="356296"/>
            </a:xfrm>
            <a:custGeom>
              <a:avLst/>
              <a:gdLst/>
              <a:ahLst/>
              <a:cxnLst/>
              <a:rect l="l" t="t" r="r" b="b"/>
              <a:pathLst>
                <a:path w="287" h="287" extrusionOk="0">
                  <a:moveTo>
                    <a:pt x="144" y="20"/>
                  </a:moveTo>
                  <a:cubicBezTo>
                    <a:pt x="76" y="20"/>
                    <a:pt x="20" y="76"/>
                    <a:pt x="20" y="144"/>
                  </a:cubicBezTo>
                  <a:cubicBezTo>
                    <a:pt x="20" y="211"/>
                    <a:pt x="76" y="267"/>
                    <a:pt x="144" y="267"/>
                  </a:cubicBezTo>
                  <a:cubicBezTo>
                    <a:pt x="212" y="267"/>
                    <a:pt x="267" y="211"/>
                    <a:pt x="267" y="144"/>
                  </a:cubicBezTo>
                  <a:cubicBezTo>
                    <a:pt x="267" y="76"/>
                    <a:pt x="212" y="20"/>
                    <a:pt x="144" y="20"/>
                  </a:cubicBezTo>
                  <a:close/>
                  <a:moveTo>
                    <a:pt x="144" y="287"/>
                  </a:moveTo>
                  <a:cubicBezTo>
                    <a:pt x="64" y="287"/>
                    <a:pt x="0" y="223"/>
                    <a:pt x="0" y="144"/>
                  </a:cubicBezTo>
                  <a:cubicBezTo>
                    <a:pt x="0" y="64"/>
                    <a:pt x="64" y="0"/>
                    <a:pt x="144" y="0"/>
                  </a:cubicBezTo>
                  <a:cubicBezTo>
                    <a:pt x="223" y="0"/>
                    <a:pt x="287" y="64"/>
                    <a:pt x="287" y="144"/>
                  </a:cubicBezTo>
                  <a:cubicBezTo>
                    <a:pt x="287" y="223"/>
                    <a:pt x="223" y="287"/>
                    <a:pt x="144" y="287"/>
                  </a:cubicBez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24" name="Google Shape;824;p53">
              <a:extLst>
                <a:ext uri="{FF2B5EF4-FFF2-40B4-BE49-F238E27FC236}">
                  <a16:creationId xmlns:a16="http://schemas.microsoft.com/office/drawing/2014/main" id="{BF06CCE2-2465-DC1F-521E-78939DA8E291}"/>
                </a:ext>
              </a:extLst>
            </p:cNvPr>
            <p:cNvSpPr/>
            <p:nvPr/>
          </p:nvSpPr>
          <p:spPr>
            <a:xfrm>
              <a:off x="12984892" y="12133924"/>
              <a:ext cx="332626" cy="331381"/>
            </a:xfrm>
            <a:custGeom>
              <a:avLst/>
              <a:gdLst/>
              <a:ahLst/>
              <a:cxnLst/>
              <a:rect l="l" t="t" r="r" b="b"/>
              <a:pathLst>
                <a:path w="268" h="267" extrusionOk="0">
                  <a:moveTo>
                    <a:pt x="268" y="134"/>
                  </a:moveTo>
                  <a:cubicBezTo>
                    <a:pt x="268" y="207"/>
                    <a:pt x="207" y="267"/>
                    <a:pt x="134" y="267"/>
                  </a:cubicBezTo>
                  <a:cubicBezTo>
                    <a:pt x="60" y="267"/>
                    <a:pt x="0" y="207"/>
                    <a:pt x="0" y="134"/>
                  </a:cubicBezTo>
                  <a:cubicBezTo>
                    <a:pt x="0" y="60"/>
                    <a:pt x="60" y="0"/>
                    <a:pt x="134" y="0"/>
                  </a:cubicBezTo>
                  <a:cubicBezTo>
                    <a:pt x="207" y="0"/>
                    <a:pt x="268" y="60"/>
                    <a:pt x="268" y="134"/>
                  </a:cubicBez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25" name="Google Shape;825;p53">
              <a:extLst>
                <a:ext uri="{FF2B5EF4-FFF2-40B4-BE49-F238E27FC236}">
                  <a16:creationId xmlns:a16="http://schemas.microsoft.com/office/drawing/2014/main" id="{93931C90-2862-A7EB-4CCB-643BE0273B7D}"/>
                </a:ext>
              </a:extLst>
            </p:cNvPr>
            <p:cNvSpPr/>
            <p:nvPr/>
          </p:nvSpPr>
          <p:spPr>
            <a:xfrm>
              <a:off x="12972434" y="12121469"/>
              <a:ext cx="357542" cy="356296"/>
            </a:xfrm>
            <a:custGeom>
              <a:avLst/>
              <a:gdLst/>
              <a:ahLst/>
              <a:cxnLst/>
              <a:rect l="l" t="t" r="r" b="b"/>
              <a:pathLst>
                <a:path w="288" h="287" extrusionOk="0">
                  <a:moveTo>
                    <a:pt x="144" y="20"/>
                  </a:moveTo>
                  <a:cubicBezTo>
                    <a:pt x="76" y="20"/>
                    <a:pt x="21" y="76"/>
                    <a:pt x="21" y="144"/>
                  </a:cubicBezTo>
                  <a:cubicBezTo>
                    <a:pt x="21" y="212"/>
                    <a:pt x="76" y="267"/>
                    <a:pt x="144" y="267"/>
                  </a:cubicBezTo>
                  <a:cubicBezTo>
                    <a:pt x="212" y="267"/>
                    <a:pt x="268" y="212"/>
                    <a:pt x="268" y="144"/>
                  </a:cubicBezTo>
                  <a:cubicBezTo>
                    <a:pt x="268" y="76"/>
                    <a:pt x="212" y="20"/>
                    <a:pt x="144" y="20"/>
                  </a:cubicBezTo>
                  <a:close/>
                  <a:moveTo>
                    <a:pt x="144" y="287"/>
                  </a:moveTo>
                  <a:cubicBezTo>
                    <a:pt x="65" y="287"/>
                    <a:pt x="0" y="223"/>
                    <a:pt x="0" y="144"/>
                  </a:cubicBezTo>
                  <a:cubicBezTo>
                    <a:pt x="0" y="65"/>
                    <a:pt x="65" y="0"/>
                    <a:pt x="144" y="0"/>
                  </a:cubicBezTo>
                  <a:cubicBezTo>
                    <a:pt x="223" y="0"/>
                    <a:pt x="288" y="65"/>
                    <a:pt x="288" y="144"/>
                  </a:cubicBezTo>
                  <a:cubicBezTo>
                    <a:pt x="288" y="223"/>
                    <a:pt x="223" y="287"/>
                    <a:pt x="144" y="287"/>
                  </a:cubicBez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26" name="Google Shape;826;p53">
              <a:extLst>
                <a:ext uri="{FF2B5EF4-FFF2-40B4-BE49-F238E27FC236}">
                  <a16:creationId xmlns:a16="http://schemas.microsoft.com/office/drawing/2014/main" id="{38D20826-0757-FA50-F544-4B1B406BC970}"/>
                </a:ext>
              </a:extLst>
            </p:cNvPr>
            <p:cNvSpPr/>
            <p:nvPr/>
          </p:nvSpPr>
          <p:spPr>
            <a:xfrm>
              <a:off x="14884725" y="8371637"/>
              <a:ext cx="2028149" cy="282795"/>
            </a:xfrm>
            <a:custGeom>
              <a:avLst/>
              <a:gdLst/>
              <a:ahLst/>
              <a:cxnLst/>
              <a:rect l="l" t="t" r="r" b="b"/>
              <a:pathLst>
                <a:path w="1629" h="228" extrusionOk="0">
                  <a:moveTo>
                    <a:pt x="1629" y="228"/>
                  </a:moveTo>
                  <a:lnTo>
                    <a:pt x="1238" y="228"/>
                  </a:lnTo>
                  <a:lnTo>
                    <a:pt x="1030" y="20"/>
                  </a:lnTo>
                  <a:lnTo>
                    <a:pt x="0" y="20"/>
                  </a:lnTo>
                  <a:lnTo>
                    <a:pt x="0" y="0"/>
                  </a:lnTo>
                  <a:lnTo>
                    <a:pt x="1038" y="0"/>
                  </a:lnTo>
                  <a:lnTo>
                    <a:pt x="1247" y="208"/>
                  </a:lnTo>
                  <a:lnTo>
                    <a:pt x="1629" y="208"/>
                  </a:ln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27" name="Google Shape;827;p53">
              <a:extLst>
                <a:ext uri="{FF2B5EF4-FFF2-40B4-BE49-F238E27FC236}">
                  <a16:creationId xmlns:a16="http://schemas.microsoft.com/office/drawing/2014/main" id="{0FBA6AF8-BA9B-E85F-5ECF-B4090D871E56}"/>
                </a:ext>
              </a:extLst>
            </p:cNvPr>
            <p:cNvSpPr/>
            <p:nvPr/>
          </p:nvSpPr>
          <p:spPr>
            <a:xfrm>
              <a:off x="14884725" y="7591771"/>
              <a:ext cx="2028149" cy="284040"/>
            </a:xfrm>
            <a:custGeom>
              <a:avLst/>
              <a:gdLst/>
              <a:ahLst/>
              <a:cxnLst/>
              <a:rect l="l" t="t" r="r" b="b"/>
              <a:pathLst>
                <a:path w="1629" h="229" extrusionOk="0">
                  <a:moveTo>
                    <a:pt x="1038" y="229"/>
                  </a:moveTo>
                  <a:lnTo>
                    <a:pt x="0" y="229"/>
                  </a:lnTo>
                  <a:lnTo>
                    <a:pt x="0" y="208"/>
                  </a:lnTo>
                  <a:lnTo>
                    <a:pt x="1030" y="208"/>
                  </a:lnTo>
                  <a:lnTo>
                    <a:pt x="1238" y="0"/>
                  </a:lnTo>
                  <a:lnTo>
                    <a:pt x="1629" y="0"/>
                  </a:lnTo>
                  <a:lnTo>
                    <a:pt x="1629" y="20"/>
                  </a:lnTo>
                  <a:lnTo>
                    <a:pt x="1247" y="20"/>
                  </a:ln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28" name="Google Shape;828;p53">
              <a:extLst>
                <a:ext uri="{FF2B5EF4-FFF2-40B4-BE49-F238E27FC236}">
                  <a16:creationId xmlns:a16="http://schemas.microsoft.com/office/drawing/2014/main" id="{C88DED7B-C951-1382-86C8-CF754AA6B91B}"/>
                </a:ext>
              </a:extLst>
            </p:cNvPr>
            <p:cNvSpPr/>
            <p:nvPr/>
          </p:nvSpPr>
          <p:spPr>
            <a:xfrm>
              <a:off x="14884725" y="7149515"/>
              <a:ext cx="2251146" cy="465926"/>
            </a:xfrm>
            <a:custGeom>
              <a:avLst/>
              <a:gdLst/>
              <a:ahLst/>
              <a:cxnLst/>
              <a:rect l="l" t="t" r="r" b="b"/>
              <a:pathLst>
                <a:path w="1808" h="375" extrusionOk="0">
                  <a:moveTo>
                    <a:pt x="498" y="375"/>
                  </a:moveTo>
                  <a:lnTo>
                    <a:pt x="0" y="375"/>
                  </a:lnTo>
                  <a:lnTo>
                    <a:pt x="0" y="355"/>
                  </a:lnTo>
                  <a:lnTo>
                    <a:pt x="490" y="355"/>
                  </a:lnTo>
                  <a:lnTo>
                    <a:pt x="842" y="0"/>
                  </a:lnTo>
                  <a:lnTo>
                    <a:pt x="1808" y="0"/>
                  </a:lnTo>
                  <a:lnTo>
                    <a:pt x="1808" y="21"/>
                  </a:lnTo>
                  <a:lnTo>
                    <a:pt x="851" y="21"/>
                  </a:ln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29" name="Google Shape;829;p53">
              <a:extLst>
                <a:ext uri="{FF2B5EF4-FFF2-40B4-BE49-F238E27FC236}">
                  <a16:creationId xmlns:a16="http://schemas.microsoft.com/office/drawing/2014/main" id="{431D3AB5-0D9D-1DFD-DBBE-FCB3EA0F70A3}"/>
                </a:ext>
              </a:extLst>
            </p:cNvPr>
            <p:cNvSpPr/>
            <p:nvPr/>
          </p:nvSpPr>
          <p:spPr>
            <a:xfrm>
              <a:off x="14884725" y="8630761"/>
              <a:ext cx="2251146" cy="465926"/>
            </a:xfrm>
            <a:custGeom>
              <a:avLst/>
              <a:gdLst/>
              <a:ahLst/>
              <a:cxnLst/>
              <a:rect l="l" t="t" r="r" b="b"/>
              <a:pathLst>
                <a:path w="1808" h="375" extrusionOk="0">
                  <a:moveTo>
                    <a:pt x="1808" y="375"/>
                  </a:moveTo>
                  <a:lnTo>
                    <a:pt x="842" y="375"/>
                  </a:lnTo>
                  <a:lnTo>
                    <a:pt x="839" y="372"/>
                  </a:lnTo>
                  <a:lnTo>
                    <a:pt x="490" y="20"/>
                  </a:lnTo>
                  <a:lnTo>
                    <a:pt x="0" y="20"/>
                  </a:lnTo>
                  <a:lnTo>
                    <a:pt x="0" y="0"/>
                  </a:lnTo>
                  <a:lnTo>
                    <a:pt x="498" y="0"/>
                  </a:lnTo>
                  <a:lnTo>
                    <a:pt x="501" y="3"/>
                  </a:lnTo>
                  <a:lnTo>
                    <a:pt x="851" y="354"/>
                  </a:lnTo>
                  <a:lnTo>
                    <a:pt x="1808" y="354"/>
                  </a:ln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30" name="Google Shape;830;p53">
              <a:extLst>
                <a:ext uri="{FF2B5EF4-FFF2-40B4-BE49-F238E27FC236}">
                  <a16:creationId xmlns:a16="http://schemas.microsoft.com/office/drawing/2014/main" id="{229F3214-9FE9-8E3E-3781-EF745335EC12}"/>
                </a:ext>
              </a:extLst>
            </p:cNvPr>
            <p:cNvSpPr/>
            <p:nvPr/>
          </p:nvSpPr>
          <p:spPr>
            <a:xfrm>
              <a:off x="14884725" y="8111266"/>
              <a:ext cx="2359530" cy="23670"/>
            </a:xfrm>
            <a:custGeom>
              <a:avLst/>
              <a:gdLst/>
              <a:ahLst/>
              <a:cxnLst/>
              <a:rect l="l" t="t" r="r" b="b"/>
              <a:pathLst>
                <a:path w="1895" h="20" extrusionOk="0">
                  <a:moveTo>
                    <a:pt x="1895" y="20"/>
                  </a:moveTo>
                  <a:lnTo>
                    <a:pt x="0" y="20"/>
                  </a:lnTo>
                  <a:lnTo>
                    <a:pt x="0" y="0"/>
                  </a:lnTo>
                  <a:lnTo>
                    <a:pt x="1895" y="0"/>
                  </a:ln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31" name="Google Shape;831;p53">
              <a:extLst>
                <a:ext uri="{FF2B5EF4-FFF2-40B4-BE49-F238E27FC236}">
                  <a16:creationId xmlns:a16="http://schemas.microsoft.com/office/drawing/2014/main" id="{B17ED49A-C934-30A3-0595-4A5EBD22E126}"/>
                </a:ext>
              </a:extLst>
            </p:cNvPr>
            <p:cNvSpPr/>
            <p:nvPr/>
          </p:nvSpPr>
          <p:spPr>
            <a:xfrm>
              <a:off x="16970180" y="8918539"/>
              <a:ext cx="331381" cy="331381"/>
            </a:xfrm>
            <a:custGeom>
              <a:avLst/>
              <a:gdLst/>
              <a:ahLst/>
              <a:cxnLst/>
              <a:rect l="l" t="t" r="r" b="b"/>
              <a:pathLst>
                <a:path w="267" h="267" extrusionOk="0">
                  <a:moveTo>
                    <a:pt x="134" y="0"/>
                  </a:moveTo>
                  <a:cubicBezTo>
                    <a:pt x="207" y="0"/>
                    <a:pt x="267" y="60"/>
                    <a:pt x="267" y="134"/>
                  </a:cubicBezTo>
                  <a:cubicBezTo>
                    <a:pt x="267" y="208"/>
                    <a:pt x="207" y="267"/>
                    <a:pt x="134" y="267"/>
                  </a:cubicBezTo>
                  <a:cubicBezTo>
                    <a:pt x="60" y="267"/>
                    <a:pt x="0" y="208"/>
                    <a:pt x="0" y="134"/>
                  </a:cubicBezTo>
                  <a:cubicBezTo>
                    <a:pt x="0" y="60"/>
                    <a:pt x="60" y="0"/>
                    <a:pt x="134" y="0"/>
                  </a:cubicBez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32" name="Google Shape;832;p53">
              <a:extLst>
                <a:ext uri="{FF2B5EF4-FFF2-40B4-BE49-F238E27FC236}">
                  <a16:creationId xmlns:a16="http://schemas.microsoft.com/office/drawing/2014/main" id="{658F1186-F079-DDA0-BDDD-B78765D816CF}"/>
                </a:ext>
              </a:extLst>
            </p:cNvPr>
            <p:cNvSpPr/>
            <p:nvPr/>
          </p:nvSpPr>
          <p:spPr>
            <a:xfrm>
              <a:off x="16956476" y="8906081"/>
              <a:ext cx="357542" cy="356296"/>
            </a:xfrm>
            <a:custGeom>
              <a:avLst/>
              <a:gdLst/>
              <a:ahLst/>
              <a:cxnLst/>
              <a:rect l="l" t="t" r="r" b="b"/>
              <a:pathLst>
                <a:path w="288" h="287" extrusionOk="0">
                  <a:moveTo>
                    <a:pt x="145" y="20"/>
                  </a:moveTo>
                  <a:cubicBezTo>
                    <a:pt x="76" y="20"/>
                    <a:pt x="21" y="76"/>
                    <a:pt x="21" y="144"/>
                  </a:cubicBezTo>
                  <a:cubicBezTo>
                    <a:pt x="21" y="211"/>
                    <a:pt x="76" y="267"/>
                    <a:pt x="145" y="267"/>
                  </a:cubicBezTo>
                  <a:cubicBezTo>
                    <a:pt x="213" y="267"/>
                    <a:pt x="267" y="211"/>
                    <a:pt x="267" y="144"/>
                  </a:cubicBezTo>
                  <a:cubicBezTo>
                    <a:pt x="267" y="76"/>
                    <a:pt x="213" y="20"/>
                    <a:pt x="145" y="20"/>
                  </a:cubicBezTo>
                  <a:close/>
                  <a:moveTo>
                    <a:pt x="145" y="287"/>
                  </a:moveTo>
                  <a:cubicBezTo>
                    <a:pt x="65" y="287"/>
                    <a:pt x="0" y="223"/>
                    <a:pt x="0" y="144"/>
                  </a:cubicBezTo>
                  <a:cubicBezTo>
                    <a:pt x="0" y="64"/>
                    <a:pt x="65" y="0"/>
                    <a:pt x="145" y="0"/>
                  </a:cubicBezTo>
                  <a:cubicBezTo>
                    <a:pt x="224" y="0"/>
                    <a:pt x="288" y="64"/>
                    <a:pt x="288" y="144"/>
                  </a:cubicBezTo>
                  <a:cubicBezTo>
                    <a:pt x="288" y="223"/>
                    <a:pt x="224" y="287"/>
                    <a:pt x="145" y="287"/>
                  </a:cubicBez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33" name="Google Shape;833;p53">
              <a:extLst>
                <a:ext uri="{FF2B5EF4-FFF2-40B4-BE49-F238E27FC236}">
                  <a16:creationId xmlns:a16="http://schemas.microsoft.com/office/drawing/2014/main" id="{3E996CF8-4D5C-B994-A788-33A462DA025E}"/>
                </a:ext>
              </a:extLst>
            </p:cNvPr>
            <p:cNvSpPr/>
            <p:nvPr/>
          </p:nvSpPr>
          <p:spPr>
            <a:xfrm>
              <a:off x="16748429" y="8477529"/>
              <a:ext cx="331381" cy="331381"/>
            </a:xfrm>
            <a:custGeom>
              <a:avLst/>
              <a:gdLst/>
              <a:ahLst/>
              <a:cxnLst/>
              <a:rect l="l" t="t" r="r" b="b"/>
              <a:pathLst>
                <a:path w="267" h="267" extrusionOk="0">
                  <a:moveTo>
                    <a:pt x="133" y="0"/>
                  </a:moveTo>
                  <a:cubicBezTo>
                    <a:pt x="207" y="0"/>
                    <a:pt x="267" y="60"/>
                    <a:pt x="267" y="134"/>
                  </a:cubicBezTo>
                  <a:cubicBezTo>
                    <a:pt x="267" y="207"/>
                    <a:pt x="207" y="267"/>
                    <a:pt x="133" y="267"/>
                  </a:cubicBezTo>
                  <a:cubicBezTo>
                    <a:pt x="60" y="267"/>
                    <a:pt x="0" y="207"/>
                    <a:pt x="0" y="134"/>
                  </a:cubicBezTo>
                  <a:cubicBezTo>
                    <a:pt x="0" y="60"/>
                    <a:pt x="60" y="0"/>
                    <a:pt x="133" y="0"/>
                  </a:cubicBez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34" name="Google Shape;834;p53">
              <a:extLst>
                <a:ext uri="{FF2B5EF4-FFF2-40B4-BE49-F238E27FC236}">
                  <a16:creationId xmlns:a16="http://schemas.microsoft.com/office/drawing/2014/main" id="{F8282659-E4AB-E76D-DC75-2B1EB28BF394}"/>
                </a:ext>
              </a:extLst>
            </p:cNvPr>
            <p:cNvSpPr/>
            <p:nvPr/>
          </p:nvSpPr>
          <p:spPr>
            <a:xfrm>
              <a:off x="16734725" y="8463825"/>
              <a:ext cx="357542" cy="357542"/>
            </a:xfrm>
            <a:custGeom>
              <a:avLst/>
              <a:gdLst/>
              <a:ahLst/>
              <a:cxnLst/>
              <a:rect l="l" t="t" r="r" b="b"/>
              <a:pathLst>
                <a:path w="288" h="288" extrusionOk="0">
                  <a:moveTo>
                    <a:pt x="144" y="21"/>
                  </a:moveTo>
                  <a:cubicBezTo>
                    <a:pt x="76" y="21"/>
                    <a:pt x="20" y="76"/>
                    <a:pt x="20" y="145"/>
                  </a:cubicBezTo>
                  <a:cubicBezTo>
                    <a:pt x="20" y="213"/>
                    <a:pt x="76" y="267"/>
                    <a:pt x="144" y="267"/>
                  </a:cubicBezTo>
                  <a:cubicBezTo>
                    <a:pt x="212" y="267"/>
                    <a:pt x="268" y="213"/>
                    <a:pt x="268" y="145"/>
                  </a:cubicBezTo>
                  <a:cubicBezTo>
                    <a:pt x="268" y="76"/>
                    <a:pt x="212" y="21"/>
                    <a:pt x="144" y="21"/>
                  </a:cubicBezTo>
                  <a:close/>
                  <a:moveTo>
                    <a:pt x="144" y="288"/>
                  </a:moveTo>
                  <a:cubicBezTo>
                    <a:pt x="65" y="288"/>
                    <a:pt x="0" y="224"/>
                    <a:pt x="0" y="145"/>
                  </a:cubicBezTo>
                  <a:cubicBezTo>
                    <a:pt x="0" y="65"/>
                    <a:pt x="65" y="0"/>
                    <a:pt x="144" y="0"/>
                  </a:cubicBezTo>
                  <a:cubicBezTo>
                    <a:pt x="224" y="0"/>
                    <a:pt x="288" y="65"/>
                    <a:pt x="288" y="145"/>
                  </a:cubicBezTo>
                  <a:cubicBezTo>
                    <a:pt x="288" y="224"/>
                    <a:pt x="224" y="288"/>
                    <a:pt x="144" y="288"/>
                  </a:cubicBez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35" name="Google Shape;835;p53">
              <a:extLst>
                <a:ext uri="{FF2B5EF4-FFF2-40B4-BE49-F238E27FC236}">
                  <a16:creationId xmlns:a16="http://schemas.microsoft.com/office/drawing/2014/main" id="{2569B561-AB85-A85E-B888-75A75C938B9C}"/>
                </a:ext>
              </a:extLst>
            </p:cNvPr>
            <p:cNvSpPr/>
            <p:nvPr/>
          </p:nvSpPr>
          <p:spPr>
            <a:xfrm>
              <a:off x="17078564" y="7958034"/>
              <a:ext cx="331381" cy="331381"/>
            </a:xfrm>
            <a:custGeom>
              <a:avLst/>
              <a:gdLst/>
              <a:ahLst/>
              <a:cxnLst/>
              <a:rect l="l" t="t" r="r" b="b"/>
              <a:pathLst>
                <a:path w="267" h="267" extrusionOk="0">
                  <a:moveTo>
                    <a:pt x="134" y="0"/>
                  </a:moveTo>
                  <a:cubicBezTo>
                    <a:pt x="207" y="0"/>
                    <a:pt x="267" y="59"/>
                    <a:pt x="267" y="133"/>
                  </a:cubicBezTo>
                  <a:cubicBezTo>
                    <a:pt x="267" y="207"/>
                    <a:pt x="207" y="267"/>
                    <a:pt x="134" y="267"/>
                  </a:cubicBezTo>
                  <a:cubicBezTo>
                    <a:pt x="59" y="267"/>
                    <a:pt x="0" y="207"/>
                    <a:pt x="0" y="133"/>
                  </a:cubicBezTo>
                  <a:cubicBezTo>
                    <a:pt x="0" y="59"/>
                    <a:pt x="59" y="0"/>
                    <a:pt x="134" y="0"/>
                  </a:cubicBez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36" name="Google Shape;836;p53">
              <a:extLst>
                <a:ext uri="{FF2B5EF4-FFF2-40B4-BE49-F238E27FC236}">
                  <a16:creationId xmlns:a16="http://schemas.microsoft.com/office/drawing/2014/main" id="{5BD5D111-0A91-2FF9-B277-513D7EE82A26}"/>
                </a:ext>
              </a:extLst>
            </p:cNvPr>
            <p:cNvSpPr/>
            <p:nvPr/>
          </p:nvSpPr>
          <p:spPr>
            <a:xfrm>
              <a:off x="17064860" y="7944330"/>
              <a:ext cx="357542" cy="357542"/>
            </a:xfrm>
            <a:custGeom>
              <a:avLst/>
              <a:gdLst/>
              <a:ahLst/>
              <a:cxnLst/>
              <a:rect l="l" t="t" r="r" b="b"/>
              <a:pathLst>
                <a:path w="288" h="288" extrusionOk="0">
                  <a:moveTo>
                    <a:pt x="145" y="21"/>
                  </a:moveTo>
                  <a:cubicBezTo>
                    <a:pt x="76" y="21"/>
                    <a:pt x="21" y="76"/>
                    <a:pt x="21" y="144"/>
                  </a:cubicBezTo>
                  <a:cubicBezTo>
                    <a:pt x="21" y="212"/>
                    <a:pt x="76" y="268"/>
                    <a:pt x="145" y="268"/>
                  </a:cubicBezTo>
                  <a:cubicBezTo>
                    <a:pt x="213" y="268"/>
                    <a:pt x="267" y="212"/>
                    <a:pt x="267" y="144"/>
                  </a:cubicBezTo>
                  <a:cubicBezTo>
                    <a:pt x="267" y="76"/>
                    <a:pt x="213" y="21"/>
                    <a:pt x="145" y="21"/>
                  </a:cubicBezTo>
                  <a:close/>
                  <a:moveTo>
                    <a:pt x="145" y="288"/>
                  </a:moveTo>
                  <a:cubicBezTo>
                    <a:pt x="65" y="288"/>
                    <a:pt x="0" y="223"/>
                    <a:pt x="0" y="144"/>
                  </a:cubicBezTo>
                  <a:cubicBezTo>
                    <a:pt x="0" y="65"/>
                    <a:pt x="65" y="0"/>
                    <a:pt x="145" y="0"/>
                  </a:cubicBezTo>
                  <a:cubicBezTo>
                    <a:pt x="223" y="0"/>
                    <a:pt x="288" y="65"/>
                    <a:pt x="288" y="144"/>
                  </a:cubicBezTo>
                  <a:cubicBezTo>
                    <a:pt x="288" y="223"/>
                    <a:pt x="223" y="288"/>
                    <a:pt x="145" y="288"/>
                  </a:cubicBez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37" name="Google Shape;837;p53">
              <a:extLst>
                <a:ext uri="{FF2B5EF4-FFF2-40B4-BE49-F238E27FC236}">
                  <a16:creationId xmlns:a16="http://schemas.microsoft.com/office/drawing/2014/main" id="{A9C693F9-C1D4-27AB-1085-040B512BF3C1}"/>
                </a:ext>
              </a:extLst>
            </p:cNvPr>
            <p:cNvSpPr/>
            <p:nvPr/>
          </p:nvSpPr>
          <p:spPr>
            <a:xfrm>
              <a:off x="16748429" y="7437293"/>
              <a:ext cx="331381" cy="332626"/>
            </a:xfrm>
            <a:custGeom>
              <a:avLst/>
              <a:gdLst/>
              <a:ahLst/>
              <a:cxnLst/>
              <a:rect l="l" t="t" r="r" b="b"/>
              <a:pathLst>
                <a:path w="267" h="268" extrusionOk="0">
                  <a:moveTo>
                    <a:pt x="133" y="0"/>
                  </a:moveTo>
                  <a:cubicBezTo>
                    <a:pt x="207" y="0"/>
                    <a:pt x="267" y="60"/>
                    <a:pt x="267" y="134"/>
                  </a:cubicBezTo>
                  <a:cubicBezTo>
                    <a:pt x="267" y="208"/>
                    <a:pt x="207" y="268"/>
                    <a:pt x="133" y="268"/>
                  </a:cubicBezTo>
                  <a:cubicBezTo>
                    <a:pt x="60" y="268"/>
                    <a:pt x="0" y="208"/>
                    <a:pt x="0" y="134"/>
                  </a:cubicBezTo>
                  <a:cubicBezTo>
                    <a:pt x="0" y="60"/>
                    <a:pt x="60" y="0"/>
                    <a:pt x="133" y="0"/>
                  </a:cubicBez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38" name="Google Shape;838;p53">
              <a:extLst>
                <a:ext uri="{FF2B5EF4-FFF2-40B4-BE49-F238E27FC236}">
                  <a16:creationId xmlns:a16="http://schemas.microsoft.com/office/drawing/2014/main" id="{2A75CFE6-8E91-48FC-E5F4-F52FC79912B5}"/>
                </a:ext>
              </a:extLst>
            </p:cNvPr>
            <p:cNvSpPr/>
            <p:nvPr/>
          </p:nvSpPr>
          <p:spPr>
            <a:xfrm>
              <a:off x="16734725" y="7424835"/>
              <a:ext cx="357542" cy="357542"/>
            </a:xfrm>
            <a:custGeom>
              <a:avLst/>
              <a:gdLst/>
              <a:ahLst/>
              <a:cxnLst/>
              <a:rect l="l" t="t" r="r" b="b"/>
              <a:pathLst>
                <a:path w="288" h="288" extrusionOk="0">
                  <a:moveTo>
                    <a:pt x="144" y="21"/>
                  </a:moveTo>
                  <a:cubicBezTo>
                    <a:pt x="76" y="21"/>
                    <a:pt x="20" y="76"/>
                    <a:pt x="20" y="144"/>
                  </a:cubicBezTo>
                  <a:cubicBezTo>
                    <a:pt x="20" y="212"/>
                    <a:pt x="76" y="267"/>
                    <a:pt x="144" y="267"/>
                  </a:cubicBezTo>
                  <a:cubicBezTo>
                    <a:pt x="212" y="267"/>
                    <a:pt x="268" y="212"/>
                    <a:pt x="268" y="144"/>
                  </a:cubicBezTo>
                  <a:cubicBezTo>
                    <a:pt x="268" y="76"/>
                    <a:pt x="212" y="21"/>
                    <a:pt x="144" y="21"/>
                  </a:cubicBezTo>
                  <a:close/>
                  <a:moveTo>
                    <a:pt x="144" y="288"/>
                  </a:moveTo>
                  <a:cubicBezTo>
                    <a:pt x="65" y="288"/>
                    <a:pt x="0" y="223"/>
                    <a:pt x="0" y="144"/>
                  </a:cubicBezTo>
                  <a:cubicBezTo>
                    <a:pt x="0" y="65"/>
                    <a:pt x="65" y="0"/>
                    <a:pt x="144" y="0"/>
                  </a:cubicBezTo>
                  <a:cubicBezTo>
                    <a:pt x="224" y="0"/>
                    <a:pt x="288" y="65"/>
                    <a:pt x="288" y="144"/>
                  </a:cubicBezTo>
                  <a:cubicBezTo>
                    <a:pt x="288" y="223"/>
                    <a:pt x="224" y="288"/>
                    <a:pt x="144" y="288"/>
                  </a:cubicBez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39" name="Google Shape;839;p53">
              <a:extLst>
                <a:ext uri="{FF2B5EF4-FFF2-40B4-BE49-F238E27FC236}">
                  <a16:creationId xmlns:a16="http://schemas.microsoft.com/office/drawing/2014/main" id="{85916CD2-D797-6870-B772-755BBF0BBD8C}"/>
                </a:ext>
              </a:extLst>
            </p:cNvPr>
            <p:cNvSpPr/>
            <p:nvPr/>
          </p:nvSpPr>
          <p:spPr>
            <a:xfrm>
              <a:off x="16970180" y="6996283"/>
              <a:ext cx="331381" cy="331381"/>
            </a:xfrm>
            <a:custGeom>
              <a:avLst/>
              <a:gdLst/>
              <a:ahLst/>
              <a:cxnLst/>
              <a:rect l="l" t="t" r="r" b="b"/>
              <a:pathLst>
                <a:path w="267" h="267" extrusionOk="0">
                  <a:moveTo>
                    <a:pt x="134" y="0"/>
                  </a:moveTo>
                  <a:cubicBezTo>
                    <a:pt x="207" y="0"/>
                    <a:pt x="267" y="60"/>
                    <a:pt x="267" y="134"/>
                  </a:cubicBezTo>
                  <a:cubicBezTo>
                    <a:pt x="267" y="208"/>
                    <a:pt x="207" y="267"/>
                    <a:pt x="134" y="267"/>
                  </a:cubicBezTo>
                  <a:cubicBezTo>
                    <a:pt x="60" y="267"/>
                    <a:pt x="0" y="208"/>
                    <a:pt x="0" y="134"/>
                  </a:cubicBezTo>
                  <a:cubicBezTo>
                    <a:pt x="0" y="60"/>
                    <a:pt x="60" y="0"/>
                    <a:pt x="134" y="0"/>
                  </a:cubicBez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40" name="Google Shape;840;p53">
              <a:extLst>
                <a:ext uri="{FF2B5EF4-FFF2-40B4-BE49-F238E27FC236}">
                  <a16:creationId xmlns:a16="http://schemas.microsoft.com/office/drawing/2014/main" id="{4C102517-E650-57EA-7B7C-0F4BF69EC89B}"/>
                </a:ext>
              </a:extLst>
            </p:cNvPr>
            <p:cNvSpPr/>
            <p:nvPr/>
          </p:nvSpPr>
          <p:spPr>
            <a:xfrm>
              <a:off x="16956476" y="6983825"/>
              <a:ext cx="357542" cy="356296"/>
            </a:xfrm>
            <a:custGeom>
              <a:avLst/>
              <a:gdLst/>
              <a:ahLst/>
              <a:cxnLst/>
              <a:rect l="l" t="t" r="r" b="b"/>
              <a:pathLst>
                <a:path w="288" h="287" extrusionOk="0">
                  <a:moveTo>
                    <a:pt x="145" y="20"/>
                  </a:moveTo>
                  <a:cubicBezTo>
                    <a:pt x="76" y="20"/>
                    <a:pt x="21" y="76"/>
                    <a:pt x="21" y="144"/>
                  </a:cubicBezTo>
                  <a:cubicBezTo>
                    <a:pt x="21" y="212"/>
                    <a:pt x="76" y="267"/>
                    <a:pt x="145" y="267"/>
                  </a:cubicBezTo>
                  <a:cubicBezTo>
                    <a:pt x="213" y="267"/>
                    <a:pt x="267" y="212"/>
                    <a:pt x="267" y="144"/>
                  </a:cubicBezTo>
                  <a:cubicBezTo>
                    <a:pt x="267" y="76"/>
                    <a:pt x="213" y="20"/>
                    <a:pt x="145" y="20"/>
                  </a:cubicBezTo>
                  <a:close/>
                  <a:moveTo>
                    <a:pt x="145" y="287"/>
                  </a:moveTo>
                  <a:cubicBezTo>
                    <a:pt x="65" y="287"/>
                    <a:pt x="0" y="223"/>
                    <a:pt x="0" y="144"/>
                  </a:cubicBezTo>
                  <a:cubicBezTo>
                    <a:pt x="0" y="64"/>
                    <a:pt x="65" y="0"/>
                    <a:pt x="145" y="0"/>
                  </a:cubicBezTo>
                  <a:cubicBezTo>
                    <a:pt x="224" y="0"/>
                    <a:pt x="288" y="64"/>
                    <a:pt x="288" y="144"/>
                  </a:cubicBezTo>
                  <a:cubicBezTo>
                    <a:pt x="288" y="223"/>
                    <a:pt x="224" y="287"/>
                    <a:pt x="145" y="287"/>
                  </a:cubicBez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41" name="Google Shape;841;p53">
              <a:extLst>
                <a:ext uri="{FF2B5EF4-FFF2-40B4-BE49-F238E27FC236}">
                  <a16:creationId xmlns:a16="http://schemas.microsoft.com/office/drawing/2014/main" id="{0D10C6CD-022E-22A6-4E8B-849BFDBF58C5}"/>
                </a:ext>
              </a:extLst>
            </p:cNvPr>
            <p:cNvSpPr/>
            <p:nvPr/>
          </p:nvSpPr>
          <p:spPr>
            <a:xfrm>
              <a:off x="7468526" y="7591771"/>
              <a:ext cx="2028149" cy="284040"/>
            </a:xfrm>
            <a:custGeom>
              <a:avLst/>
              <a:gdLst/>
              <a:ahLst/>
              <a:cxnLst/>
              <a:rect l="l" t="t" r="r" b="b"/>
              <a:pathLst>
                <a:path w="1629" h="229" extrusionOk="0">
                  <a:moveTo>
                    <a:pt x="1629" y="229"/>
                  </a:moveTo>
                  <a:lnTo>
                    <a:pt x="591" y="229"/>
                  </a:lnTo>
                  <a:lnTo>
                    <a:pt x="382" y="20"/>
                  </a:lnTo>
                  <a:lnTo>
                    <a:pt x="0" y="20"/>
                  </a:lnTo>
                  <a:lnTo>
                    <a:pt x="0" y="0"/>
                  </a:lnTo>
                  <a:lnTo>
                    <a:pt x="391" y="0"/>
                  </a:lnTo>
                  <a:lnTo>
                    <a:pt x="599" y="208"/>
                  </a:lnTo>
                  <a:lnTo>
                    <a:pt x="1629" y="208"/>
                  </a:ln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42" name="Google Shape;842;p53">
              <a:extLst>
                <a:ext uri="{FF2B5EF4-FFF2-40B4-BE49-F238E27FC236}">
                  <a16:creationId xmlns:a16="http://schemas.microsoft.com/office/drawing/2014/main" id="{E669C66D-3A10-CDB1-EBC3-689193DA44F2}"/>
                </a:ext>
              </a:extLst>
            </p:cNvPr>
            <p:cNvSpPr/>
            <p:nvPr/>
          </p:nvSpPr>
          <p:spPr>
            <a:xfrm>
              <a:off x="7468526" y="8371637"/>
              <a:ext cx="2028149" cy="282795"/>
            </a:xfrm>
            <a:custGeom>
              <a:avLst/>
              <a:gdLst/>
              <a:ahLst/>
              <a:cxnLst/>
              <a:rect l="l" t="t" r="r" b="b"/>
              <a:pathLst>
                <a:path w="1629" h="228" extrusionOk="0">
                  <a:moveTo>
                    <a:pt x="391" y="228"/>
                  </a:moveTo>
                  <a:lnTo>
                    <a:pt x="0" y="228"/>
                  </a:lnTo>
                  <a:lnTo>
                    <a:pt x="0" y="208"/>
                  </a:lnTo>
                  <a:lnTo>
                    <a:pt x="382" y="208"/>
                  </a:lnTo>
                  <a:lnTo>
                    <a:pt x="591" y="0"/>
                  </a:lnTo>
                  <a:lnTo>
                    <a:pt x="1629" y="0"/>
                  </a:lnTo>
                  <a:lnTo>
                    <a:pt x="1629" y="20"/>
                  </a:lnTo>
                  <a:lnTo>
                    <a:pt x="599" y="20"/>
                  </a:ln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43" name="Google Shape;843;p53">
              <a:extLst>
                <a:ext uri="{FF2B5EF4-FFF2-40B4-BE49-F238E27FC236}">
                  <a16:creationId xmlns:a16="http://schemas.microsoft.com/office/drawing/2014/main" id="{CE91F254-EE63-0676-A913-05E99B38B959}"/>
                </a:ext>
              </a:extLst>
            </p:cNvPr>
            <p:cNvSpPr/>
            <p:nvPr/>
          </p:nvSpPr>
          <p:spPr>
            <a:xfrm>
              <a:off x="7246775" y="8630761"/>
              <a:ext cx="2249900" cy="465926"/>
            </a:xfrm>
            <a:custGeom>
              <a:avLst/>
              <a:gdLst/>
              <a:ahLst/>
              <a:cxnLst/>
              <a:rect l="l" t="t" r="r" b="b"/>
              <a:pathLst>
                <a:path w="1807" h="375" extrusionOk="0">
                  <a:moveTo>
                    <a:pt x="965" y="375"/>
                  </a:moveTo>
                  <a:lnTo>
                    <a:pt x="0" y="375"/>
                  </a:lnTo>
                  <a:lnTo>
                    <a:pt x="0" y="354"/>
                  </a:lnTo>
                  <a:lnTo>
                    <a:pt x="957" y="354"/>
                  </a:lnTo>
                  <a:lnTo>
                    <a:pt x="1309" y="0"/>
                  </a:lnTo>
                  <a:lnTo>
                    <a:pt x="1807" y="0"/>
                  </a:lnTo>
                  <a:lnTo>
                    <a:pt x="1807" y="20"/>
                  </a:lnTo>
                  <a:lnTo>
                    <a:pt x="1317" y="20"/>
                  </a:ln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44" name="Google Shape;844;p53">
              <a:extLst>
                <a:ext uri="{FF2B5EF4-FFF2-40B4-BE49-F238E27FC236}">
                  <a16:creationId xmlns:a16="http://schemas.microsoft.com/office/drawing/2014/main" id="{06342D35-FE0C-E0C3-4471-5091C7FE8C1C}"/>
                </a:ext>
              </a:extLst>
            </p:cNvPr>
            <p:cNvSpPr/>
            <p:nvPr/>
          </p:nvSpPr>
          <p:spPr>
            <a:xfrm>
              <a:off x="7246775" y="7149515"/>
              <a:ext cx="2249900" cy="465926"/>
            </a:xfrm>
            <a:custGeom>
              <a:avLst/>
              <a:gdLst/>
              <a:ahLst/>
              <a:cxnLst/>
              <a:rect l="l" t="t" r="r" b="b"/>
              <a:pathLst>
                <a:path w="1807" h="375" extrusionOk="0">
                  <a:moveTo>
                    <a:pt x="1807" y="375"/>
                  </a:moveTo>
                  <a:lnTo>
                    <a:pt x="1309" y="375"/>
                  </a:lnTo>
                  <a:lnTo>
                    <a:pt x="957" y="21"/>
                  </a:lnTo>
                  <a:lnTo>
                    <a:pt x="0" y="21"/>
                  </a:lnTo>
                  <a:lnTo>
                    <a:pt x="0" y="0"/>
                  </a:lnTo>
                  <a:lnTo>
                    <a:pt x="965" y="0"/>
                  </a:lnTo>
                  <a:lnTo>
                    <a:pt x="1317" y="355"/>
                  </a:lnTo>
                  <a:lnTo>
                    <a:pt x="1807" y="355"/>
                  </a:ln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45" name="Google Shape;845;p53">
              <a:extLst>
                <a:ext uri="{FF2B5EF4-FFF2-40B4-BE49-F238E27FC236}">
                  <a16:creationId xmlns:a16="http://schemas.microsoft.com/office/drawing/2014/main" id="{EDADC542-2888-4E4E-B225-632963C3BF9A}"/>
                </a:ext>
              </a:extLst>
            </p:cNvPr>
            <p:cNvSpPr/>
            <p:nvPr/>
          </p:nvSpPr>
          <p:spPr>
            <a:xfrm>
              <a:off x="7138391" y="8111266"/>
              <a:ext cx="2358284" cy="23670"/>
            </a:xfrm>
            <a:custGeom>
              <a:avLst/>
              <a:gdLst/>
              <a:ahLst/>
              <a:cxnLst/>
              <a:rect l="l" t="t" r="r" b="b"/>
              <a:pathLst>
                <a:path w="1894" h="20" extrusionOk="0">
                  <a:moveTo>
                    <a:pt x="1894" y="20"/>
                  </a:moveTo>
                  <a:lnTo>
                    <a:pt x="0" y="20"/>
                  </a:lnTo>
                  <a:lnTo>
                    <a:pt x="0" y="0"/>
                  </a:lnTo>
                  <a:lnTo>
                    <a:pt x="1894" y="0"/>
                  </a:ln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46" name="Google Shape;846;p53">
              <a:extLst>
                <a:ext uri="{FF2B5EF4-FFF2-40B4-BE49-F238E27FC236}">
                  <a16:creationId xmlns:a16="http://schemas.microsoft.com/office/drawing/2014/main" id="{AC878B6B-9C4F-38EC-2E86-B9A68BB7CDDA}"/>
                </a:ext>
              </a:extLst>
            </p:cNvPr>
            <p:cNvSpPr/>
            <p:nvPr/>
          </p:nvSpPr>
          <p:spPr>
            <a:xfrm>
              <a:off x="7079836" y="6996283"/>
              <a:ext cx="332626" cy="331381"/>
            </a:xfrm>
            <a:custGeom>
              <a:avLst/>
              <a:gdLst/>
              <a:ahLst/>
              <a:cxnLst/>
              <a:rect l="l" t="t" r="r" b="b"/>
              <a:pathLst>
                <a:path w="268" h="267" extrusionOk="0">
                  <a:moveTo>
                    <a:pt x="134" y="267"/>
                  </a:moveTo>
                  <a:cubicBezTo>
                    <a:pt x="60" y="267"/>
                    <a:pt x="0" y="208"/>
                    <a:pt x="0" y="134"/>
                  </a:cubicBezTo>
                  <a:cubicBezTo>
                    <a:pt x="0" y="60"/>
                    <a:pt x="60" y="0"/>
                    <a:pt x="134" y="0"/>
                  </a:cubicBezTo>
                  <a:cubicBezTo>
                    <a:pt x="208" y="0"/>
                    <a:pt x="268" y="60"/>
                    <a:pt x="268" y="134"/>
                  </a:cubicBezTo>
                  <a:cubicBezTo>
                    <a:pt x="268" y="208"/>
                    <a:pt x="208" y="267"/>
                    <a:pt x="134" y="267"/>
                  </a:cubicBez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47" name="Google Shape;847;p53">
              <a:extLst>
                <a:ext uri="{FF2B5EF4-FFF2-40B4-BE49-F238E27FC236}">
                  <a16:creationId xmlns:a16="http://schemas.microsoft.com/office/drawing/2014/main" id="{C2C7166E-D5FD-497F-452F-76C72FD0A262}"/>
                </a:ext>
              </a:extLst>
            </p:cNvPr>
            <p:cNvSpPr/>
            <p:nvPr/>
          </p:nvSpPr>
          <p:spPr>
            <a:xfrm>
              <a:off x="7067381" y="6983825"/>
              <a:ext cx="356296" cy="356296"/>
            </a:xfrm>
            <a:custGeom>
              <a:avLst/>
              <a:gdLst/>
              <a:ahLst/>
              <a:cxnLst/>
              <a:rect l="l" t="t" r="r" b="b"/>
              <a:pathLst>
                <a:path w="287" h="287" extrusionOk="0">
                  <a:moveTo>
                    <a:pt x="144" y="20"/>
                  </a:moveTo>
                  <a:cubicBezTo>
                    <a:pt x="76" y="20"/>
                    <a:pt x="20" y="76"/>
                    <a:pt x="20" y="144"/>
                  </a:cubicBezTo>
                  <a:cubicBezTo>
                    <a:pt x="20" y="212"/>
                    <a:pt x="76" y="267"/>
                    <a:pt x="144" y="267"/>
                  </a:cubicBezTo>
                  <a:cubicBezTo>
                    <a:pt x="212" y="267"/>
                    <a:pt x="267" y="212"/>
                    <a:pt x="267" y="144"/>
                  </a:cubicBezTo>
                  <a:cubicBezTo>
                    <a:pt x="267" y="76"/>
                    <a:pt x="212" y="20"/>
                    <a:pt x="144" y="20"/>
                  </a:cubicBezTo>
                  <a:close/>
                  <a:moveTo>
                    <a:pt x="144" y="287"/>
                  </a:moveTo>
                  <a:cubicBezTo>
                    <a:pt x="64" y="287"/>
                    <a:pt x="0" y="223"/>
                    <a:pt x="0" y="144"/>
                  </a:cubicBezTo>
                  <a:cubicBezTo>
                    <a:pt x="0" y="64"/>
                    <a:pt x="64" y="0"/>
                    <a:pt x="144" y="0"/>
                  </a:cubicBezTo>
                  <a:cubicBezTo>
                    <a:pt x="223" y="0"/>
                    <a:pt x="287" y="64"/>
                    <a:pt x="287" y="144"/>
                  </a:cubicBezTo>
                  <a:cubicBezTo>
                    <a:pt x="287" y="223"/>
                    <a:pt x="223" y="287"/>
                    <a:pt x="144" y="287"/>
                  </a:cubicBez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48" name="Google Shape;848;p53">
              <a:extLst>
                <a:ext uri="{FF2B5EF4-FFF2-40B4-BE49-F238E27FC236}">
                  <a16:creationId xmlns:a16="http://schemas.microsoft.com/office/drawing/2014/main" id="{FF9EA8D4-E93F-F7DD-EE03-871D1978AC41}"/>
                </a:ext>
              </a:extLst>
            </p:cNvPr>
            <p:cNvSpPr/>
            <p:nvPr/>
          </p:nvSpPr>
          <p:spPr>
            <a:xfrm>
              <a:off x="7301587" y="7437293"/>
              <a:ext cx="332626" cy="332626"/>
            </a:xfrm>
            <a:custGeom>
              <a:avLst/>
              <a:gdLst/>
              <a:ahLst/>
              <a:cxnLst/>
              <a:rect l="l" t="t" r="r" b="b"/>
              <a:pathLst>
                <a:path w="268" h="268" extrusionOk="0">
                  <a:moveTo>
                    <a:pt x="134" y="268"/>
                  </a:moveTo>
                  <a:cubicBezTo>
                    <a:pt x="60" y="268"/>
                    <a:pt x="0" y="208"/>
                    <a:pt x="0" y="134"/>
                  </a:cubicBezTo>
                  <a:cubicBezTo>
                    <a:pt x="0" y="60"/>
                    <a:pt x="60" y="0"/>
                    <a:pt x="134" y="0"/>
                  </a:cubicBezTo>
                  <a:cubicBezTo>
                    <a:pt x="208" y="0"/>
                    <a:pt x="268" y="60"/>
                    <a:pt x="268" y="134"/>
                  </a:cubicBezTo>
                  <a:cubicBezTo>
                    <a:pt x="268" y="208"/>
                    <a:pt x="208" y="268"/>
                    <a:pt x="134" y="268"/>
                  </a:cubicBez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49" name="Google Shape;849;p53">
              <a:extLst>
                <a:ext uri="{FF2B5EF4-FFF2-40B4-BE49-F238E27FC236}">
                  <a16:creationId xmlns:a16="http://schemas.microsoft.com/office/drawing/2014/main" id="{C10961D5-5EB4-E5BB-2C4C-50982E8C4AE8}"/>
                </a:ext>
              </a:extLst>
            </p:cNvPr>
            <p:cNvSpPr/>
            <p:nvPr/>
          </p:nvSpPr>
          <p:spPr>
            <a:xfrm>
              <a:off x="7289132" y="7424835"/>
              <a:ext cx="357542" cy="357542"/>
            </a:xfrm>
            <a:custGeom>
              <a:avLst/>
              <a:gdLst/>
              <a:ahLst/>
              <a:cxnLst/>
              <a:rect l="l" t="t" r="r" b="b"/>
              <a:pathLst>
                <a:path w="288" h="288" extrusionOk="0">
                  <a:moveTo>
                    <a:pt x="144" y="21"/>
                  </a:moveTo>
                  <a:cubicBezTo>
                    <a:pt x="76" y="21"/>
                    <a:pt x="21" y="76"/>
                    <a:pt x="21" y="144"/>
                  </a:cubicBezTo>
                  <a:cubicBezTo>
                    <a:pt x="21" y="212"/>
                    <a:pt x="76" y="267"/>
                    <a:pt x="144" y="267"/>
                  </a:cubicBezTo>
                  <a:cubicBezTo>
                    <a:pt x="212" y="267"/>
                    <a:pt x="267" y="212"/>
                    <a:pt x="267" y="144"/>
                  </a:cubicBezTo>
                  <a:cubicBezTo>
                    <a:pt x="267" y="76"/>
                    <a:pt x="212" y="21"/>
                    <a:pt x="144" y="21"/>
                  </a:cubicBezTo>
                  <a:close/>
                  <a:moveTo>
                    <a:pt x="144" y="288"/>
                  </a:moveTo>
                  <a:cubicBezTo>
                    <a:pt x="65" y="288"/>
                    <a:pt x="0" y="223"/>
                    <a:pt x="0" y="144"/>
                  </a:cubicBezTo>
                  <a:cubicBezTo>
                    <a:pt x="0" y="65"/>
                    <a:pt x="65" y="0"/>
                    <a:pt x="144" y="0"/>
                  </a:cubicBezTo>
                  <a:cubicBezTo>
                    <a:pt x="223" y="0"/>
                    <a:pt x="288" y="65"/>
                    <a:pt x="288" y="144"/>
                  </a:cubicBezTo>
                  <a:cubicBezTo>
                    <a:pt x="288" y="223"/>
                    <a:pt x="223" y="288"/>
                    <a:pt x="144" y="288"/>
                  </a:cubicBez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50" name="Google Shape;850;p53">
              <a:extLst>
                <a:ext uri="{FF2B5EF4-FFF2-40B4-BE49-F238E27FC236}">
                  <a16:creationId xmlns:a16="http://schemas.microsoft.com/office/drawing/2014/main" id="{C5B81167-5C3E-E970-58E9-821FE33643FB}"/>
                </a:ext>
              </a:extLst>
            </p:cNvPr>
            <p:cNvSpPr/>
            <p:nvPr/>
          </p:nvSpPr>
          <p:spPr>
            <a:xfrm>
              <a:off x="6971455" y="7958034"/>
              <a:ext cx="332626" cy="331381"/>
            </a:xfrm>
            <a:custGeom>
              <a:avLst/>
              <a:gdLst/>
              <a:ahLst/>
              <a:cxnLst/>
              <a:rect l="l" t="t" r="r" b="b"/>
              <a:pathLst>
                <a:path w="268" h="267" extrusionOk="0">
                  <a:moveTo>
                    <a:pt x="134" y="267"/>
                  </a:moveTo>
                  <a:cubicBezTo>
                    <a:pt x="60" y="267"/>
                    <a:pt x="0" y="207"/>
                    <a:pt x="0" y="133"/>
                  </a:cubicBezTo>
                  <a:cubicBezTo>
                    <a:pt x="0" y="59"/>
                    <a:pt x="60" y="0"/>
                    <a:pt x="134" y="0"/>
                  </a:cubicBezTo>
                  <a:cubicBezTo>
                    <a:pt x="208" y="0"/>
                    <a:pt x="268" y="59"/>
                    <a:pt x="268" y="133"/>
                  </a:cubicBezTo>
                  <a:cubicBezTo>
                    <a:pt x="268" y="207"/>
                    <a:pt x="208" y="267"/>
                    <a:pt x="134" y="267"/>
                  </a:cubicBez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51" name="Google Shape;851;p53">
              <a:extLst>
                <a:ext uri="{FF2B5EF4-FFF2-40B4-BE49-F238E27FC236}">
                  <a16:creationId xmlns:a16="http://schemas.microsoft.com/office/drawing/2014/main" id="{860E49C9-1C7B-1B23-B020-AC35514438BA}"/>
                </a:ext>
              </a:extLst>
            </p:cNvPr>
            <p:cNvSpPr/>
            <p:nvPr/>
          </p:nvSpPr>
          <p:spPr>
            <a:xfrm>
              <a:off x="6958997" y="7944330"/>
              <a:ext cx="357542" cy="357542"/>
            </a:xfrm>
            <a:custGeom>
              <a:avLst/>
              <a:gdLst/>
              <a:ahLst/>
              <a:cxnLst/>
              <a:rect l="l" t="t" r="r" b="b"/>
              <a:pathLst>
                <a:path w="288" h="288" extrusionOk="0">
                  <a:moveTo>
                    <a:pt x="144" y="21"/>
                  </a:moveTo>
                  <a:cubicBezTo>
                    <a:pt x="76" y="21"/>
                    <a:pt x="20" y="76"/>
                    <a:pt x="20" y="144"/>
                  </a:cubicBezTo>
                  <a:cubicBezTo>
                    <a:pt x="20" y="212"/>
                    <a:pt x="76" y="268"/>
                    <a:pt x="144" y="268"/>
                  </a:cubicBezTo>
                  <a:cubicBezTo>
                    <a:pt x="212" y="268"/>
                    <a:pt x="267" y="212"/>
                    <a:pt x="267" y="144"/>
                  </a:cubicBezTo>
                  <a:cubicBezTo>
                    <a:pt x="267" y="76"/>
                    <a:pt x="212" y="21"/>
                    <a:pt x="144" y="21"/>
                  </a:cubicBezTo>
                  <a:close/>
                  <a:moveTo>
                    <a:pt x="144" y="288"/>
                  </a:moveTo>
                  <a:cubicBezTo>
                    <a:pt x="64" y="288"/>
                    <a:pt x="0" y="223"/>
                    <a:pt x="0" y="144"/>
                  </a:cubicBezTo>
                  <a:cubicBezTo>
                    <a:pt x="0" y="65"/>
                    <a:pt x="64" y="0"/>
                    <a:pt x="144" y="0"/>
                  </a:cubicBezTo>
                  <a:cubicBezTo>
                    <a:pt x="223" y="0"/>
                    <a:pt x="288" y="65"/>
                    <a:pt x="288" y="144"/>
                  </a:cubicBezTo>
                  <a:cubicBezTo>
                    <a:pt x="288" y="223"/>
                    <a:pt x="223" y="288"/>
                    <a:pt x="144" y="288"/>
                  </a:cubicBez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52" name="Google Shape;852;p53">
              <a:extLst>
                <a:ext uri="{FF2B5EF4-FFF2-40B4-BE49-F238E27FC236}">
                  <a16:creationId xmlns:a16="http://schemas.microsoft.com/office/drawing/2014/main" id="{93655AB6-4D00-5764-21E4-6AB475597155}"/>
                </a:ext>
              </a:extLst>
            </p:cNvPr>
            <p:cNvSpPr/>
            <p:nvPr/>
          </p:nvSpPr>
          <p:spPr>
            <a:xfrm>
              <a:off x="7301587" y="8477529"/>
              <a:ext cx="332626" cy="331381"/>
            </a:xfrm>
            <a:custGeom>
              <a:avLst/>
              <a:gdLst/>
              <a:ahLst/>
              <a:cxnLst/>
              <a:rect l="l" t="t" r="r" b="b"/>
              <a:pathLst>
                <a:path w="268" h="267" extrusionOk="0">
                  <a:moveTo>
                    <a:pt x="134" y="267"/>
                  </a:moveTo>
                  <a:cubicBezTo>
                    <a:pt x="60" y="267"/>
                    <a:pt x="0" y="207"/>
                    <a:pt x="0" y="134"/>
                  </a:cubicBezTo>
                  <a:cubicBezTo>
                    <a:pt x="0" y="60"/>
                    <a:pt x="60" y="0"/>
                    <a:pt x="134" y="0"/>
                  </a:cubicBezTo>
                  <a:cubicBezTo>
                    <a:pt x="208" y="0"/>
                    <a:pt x="268" y="60"/>
                    <a:pt x="268" y="134"/>
                  </a:cubicBezTo>
                  <a:cubicBezTo>
                    <a:pt x="268" y="207"/>
                    <a:pt x="208" y="267"/>
                    <a:pt x="134" y="267"/>
                  </a:cubicBez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53" name="Google Shape;853;p53">
              <a:extLst>
                <a:ext uri="{FF2B5EF4-FFF2-40B4-BE49-F238E27FC236}">
                  <a16:creationId xmlns:a16="http://schemas.microsoft.com/office/drawing/2014/main" id="{A74AE780-99D7-4343-2D17-8B8A0017358A}"/>
                </a:ext>
              </a:extLst>
            </p:cNvPr>
            <p:cNvSpPr/>
            <p:nvPr/>
          </p:nvSpPr>
          <p:spPr>
            <a:xfrm>
              <a:off x="7289132" y="8463825"/>
              <a:ext cx="357542" cy="357542"/>
            </a:xfrm>
            <a:custGeom>
              <a:avLst/>
              <a:gdLst/>
              <a:ahLst/>
              <a:cxnLst/>
              <a:rect l="l" t="t" r="r" b="b"/>
              <a:pathLst>
                <a:path w="288" h="288" extrusionOk="0">
                  <a:moveTo>
                    <a:pt x="144" y="21"/>
                  </a:moveTo>
                  <a:cubicBezTo>
                    <a:pt x="76" y="21"/>
                    <a:pt x="21" y="76"/>
                    <a:pt x="21" y="145"/>
                  </a:cubicBezTo>
                  <a:cubicBezTo>
                    <a:pt x="21" y="213"/>
                    <a:pt x="76" y="267"/>
                    <a:pt x="144" y="267"/>
                  </a:cubicBezTo>
                  <a:cubicBezTo>
                    <a:pt x="212" y="267"/>
                    <a:pt x="267" y="213"/>
                    <a:pt x="267" y="145"/>
                  </a:cubicBezTo>
                  <a:cubicBezTo>
                    <a:pt x="267" y="76"/>
                    <a:pt x="212" y="21"/>
                    <a:pt x="144" y="21"/>
                  </a:cubicBezTo>
                  <a:close/>
                  <a:moveTo>
                    <a:pt x="144" y="288"/>
                  </a:moveTo>
                  <a:cubicBezTo>
                    <a:pt x="65" y="288"/>
                    <a:pt x="0" y="224"/>
                    <a:pt x="0" y="145"/>
                  </a:cubicBezTo>
                  <a:cubicBezTo>
                    <a:pt x="0" y="65"/>
                    <a:pt x="65" y="0"/>
                    <a:pt x="144" y="0"/>
                  </a:cubicBezTo>
                  <a:cubicBezTo>
                    <a:pt x="223" y="0"/>
                    <a:pt x="288" y="65"/>
                    <a:pt x="288" y="145"/>
                  </a:cubicBezTo>
                  <a:cubicBezTo>
                    <a:pt x="288" y="224"/>
                    <a:pt x="223" y="288"/>
                    <a:pt x="144" y="288"/>
                  </a:cubicBez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54" name="Google Shape;854;p53">
              <a:extLst>
                <a:ext uri="{FF2B5EF4-FFF2-40B4-BE49-F238E27FC236}">
                  <a16:creationId xmlns:a16="http://schemas.microsoft.com/office/drawing/2014/main" id="{6FCF1831-BAB0-4EB7-E161-65E841E5224A}"/>
                </a:ext>
              </a:extLst>
            </p:cNvPr>
            <p:cNvSpPr/>
            <p:nvPr/>
          </p:nvSpPr>
          <p:spPr>
            <a:xfrm>
              <a:off x="7079836" y="8918539"/>
              <a:ext cx="332626" cy="331381"/>
            </a:xfrm>
            <a:custGeom>
              <a:avLst/>
              <a:gdLst/>
              <a:ahLst/>
              <a:cxnLst/>
              <a:rect l="l" t="t" r="r" b="b"/>
              <a:pathLst>
                <a:path w="268" h="267" extrusionOk="0">
                  <a:moveTo>
                    <a:pt x="134" y="267"/>
                  </a:moveTo>
                  <a:cubicBezTo>
                    <a:pt x="60" y="267"/>
                    <a:pt x="0" y="208"/>
                    <a:pt x="0" y="134"/>
                  </a:cubicBezTo>
                  <a:cubicBezTo>
                    <a:pt x="0" y="60"/>
                    <a:pt x="60" y="0"/>
                    <a:pt x="134" y="0"/>
                  </a:cubicBezTo>
                  <a:cubicBezTo>
                    <a:pt x="208" y="0"/>
                    <a:pt x="268" y="60"/>
                    <a:pt x="268" y="134"/>
                  </a:cubicBezTo>
                  <a:cubicBezTo>
                    <a:pt x="268" y="208"/>
                    <a:pt x="208" y="267"/>
                    <a:pt x="134" y="267"/>
                  </a:cubicBez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55" name="Google Shape;855;p53">
              <a:extLst>
                <a:ext uri="{FF2B5EF4-FFF2-40B4-BE49-F238E27FC236}">
                  <a16:creationId xmlns:a16="http://schemas.microsoft.com/office/drawing/2014/main" id="{50FAA852-169D-5214-1CA1-32271EDC83B6}"/>
                </a:ext>
              </a:extLst>
            </p:cNvPr>
            <p:cNvSpPr/>
            <p:nvPr/>
          </p:nvSpPr>
          <p:spPr>
            <a:xfrm>
              <a:off x="7067381" y="8906081"/>
              <a:ext cx="356296" cy="356296"/>
            </a:xfrm>
            <a:custGeom>
              <a:avLst/>
              <a:gdLst/>
              <a:ahLst/>
              <a:cxnLst/>
              <a:rect l="l" t="t" r="r" b="b"/>
              <a:pathLst>
                <a:path w="287" h="287" extrusionOk="0">
                  <a:moveTo>
                    <a:pt x="144" y="20"/>
                  </a:moveTo>
                  <a:cubicBezTo>
                    <a:pt x="76" y="20"/>
                    <a:pt x="20" y="76"/>
                    <a:pt x="20" y="144"/>
                  </a:cubicBezTo>
                  <a:cubicBezTo>
                    <a:pt x="20" y="211"/>
                    <a:pt x="76" y="267"/>
                    <a:pt x="144" y="267"/>
                  </a:cubicBezTo>
                  <a:cubicBezTo>
                    <a:pt x="212" y="267"/>
                    <a:pt x="267" y="211"/>
                    <a:pt x="267" y="144"/>
                  </a:cubicBezTo>
                  <a:cubicBezTo>
                    <a:pt x="267" y="76"/>
                    <a:pt x="212" y="20"/>
                    <a:pt x="144" y="20"/>
                  </a:cubicBezTo>
                  <a:close/>
                  <a:moveTo>
                    <a:pt x="144" y="287"/>
                  </a:moveTo>
                  <a:cubicBezTo>
                    <a:pt x="64" y="287"/>
                    <a:pt x="0" y="223"/>
                    <a:pt x="0" y="144"/>
                  </a:cubicBezTo>
                  <a:cubicBezTo>
                    <a:pt x="0" y="64"/>
                    <a:pt x="64" y="0"/>
                    <a:pt x="144" y="0"/>
                  </a:cubicBezTo>
                  <a:cubicBezTo>
                    <a:pt x="223" y="0"/>
                    <a:pt x="287" y="64"/>
                    <a:pt x="287" y="144"/>
                  </a:cubicBezTo>
                  <a:cubicBezTo>
                    <a:pt x="287" y="223"/>
                    <a:pt x="223" y="287"/>
                    <a:pt x="144" y="287"/>
                  </a:cubicBezTo>
                  <a:close/>
                </a:path>
              </a:pathLst>
            </a:custGeom>
            <a:solidFill>
              <a:srgbClr val="2785C7"/>
            </a:solidFill>
            <a:ln>
              <a:noFill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859" name="Google Shape;859;p53">
            <a:extLst>
              <a:ext uri="{FF2B5EF4-FFF2-40B4-BE49-F238E27FC236}">
                <a16:creationId xmlns:a16="http://schemas.microsoft.com/office/drawing/2014/main" id="{ACA53987-0AFC-DD6F-44CC-46E8FDB7D411}"/>
              </a:ext>
            </a:extLst>
          </p:cNvPr>
          <p:cNvSpPr/>
          <p:nvPr/>
        </p:nvSpPr>
        <p:spPr>
          <a:xfrm>
            <a:off x="8575819" y="4562483"/>
            <a:ext cx="447179" cy="426059"/>
          </a:xfrm>
          <a:custGeom>
            <a:avLst/>
            <a:gdLst/>
            <a:ahLst/>
            <a:cxnLst/>
            <a:rect l="l" t="t" r="r" b="b"/>
            <a:pathLst>
              <a:path w="894359" h="852118" extrusionOk="0">
                <a:moveTo>
                  <a:pt x="378077" y="640462"/>
                </a:moveTo>
                <a:lnTo>
                  <a:pt x="358221" y="666555"/>
                </a:lnTo>
                <a:lnTo>
                  <a:pt x="536925" y="666555"/>
                </a:lnTo>
                <a:lnTo>
                  <a:pt x="517069" y="640462"/>
                </a:lnTo>
                <a:close/>
                <a:moveTo>
                  <a:pt x="359611" y="514886"/>
                </a:moveTo>
                <a:lnTo>
                  <a:pt x="359611" y="565708"/>
                </a:lnTo>
                <a:lnTo>
                  <a:pt x="535531" y="565708"/>
                </a:lnTo>
                <a:lnTo>
                  <a:pt x="535531" y="514886"/>
                </a:lnTo>
                <a:close/>
                <a:moveTo>
                  <a:pt x="836971" y="469660"/>
                </a:moveTo>
                <a:cubicBezTo>
                  <a:pt x="839459" y="469660"/>
                  <a:pt x="843189" y="470902"/>
                  <a:pt x="844433" y="473385"/>
                </a:cubicBezTo>
                <a:lnTo>
                  <a:pt x="891701" y="531747"/>
                </a:lnTo>
                <a:cubicBezTo>
                  <a:pt x="895431" y="536714"/>
                  <a:pt x="895431" y="544165"/>
                  <a:pt x="890457" y="549132"/>
                </a:cubicBezTo>
                <a:cubicBezTo>
                  <a:pt x="887969" y="550374"/>
                  <a:pt x="885481" y="550374"/>
                  <a:pt x="881749" y="550374"/>
                </a:cubicBezTo>
                <a:cubicBezTo>
                  <a:pt x="879261" y="550374"/>
                  <a:pt x="875531" y="549132"/>
                  <a:pt x="873043" y="546648"/>
                </a:cubicBezTo>
                <a:lnTo>
                  <a:pt x="843189" y="509396"/>
                </a:lnTo>
                <a:cubicBezTo>
                  <a:pt x="830751" y="601285"/>
                  <a:pt x="785973" y="684482"/>
                  <a:pt x="717561" y="746570"/>
                </a:cubicBezTo>
                <a:cubicBezTo>
                  <a:pt x="644173" y="814866"/>
                  <a:pt x="548395" y="852118"/>
                  <a:pt x="447643" y="852118"/>
                </a:cubicBezTo>
                <a:cubicBezTo>
                  <a:pt x="299625" y="852118"/>
                  <a:pt x="165287" y="771404"/>
                  <a:pt x="94387" y="641021"/>
                </a:cubicBezTo>
                <a:cubicBezTo>
                  <a:pt x="91901" y="636054"/>
                  <a:pt x="94387" y="628604"/>
                  <a:pt x="99363" y="624878"/>
                </a:cubicBezTo>
                <a:cubicBezTo>
                  <a:pt x="105583" y="622395"/>
                  <a:pt x="113045" y="624878"/>
                  <a:pt x="115533" y="631087"/>
                </a:cubicBezTo>
                <a:cubicBezTo>
                  <a:pt x="181457" y="752778"/>
                  <a:pt x="308331" y="828525"/>
                  <a:pt x="447643" y="828525"/>
                </a:cubicBezTo>
                <a:cubicBezTo>
                  <a:pt x="632977" y="828525"/>
                  <a:pt x="793435" y="689449"/>
                  <a:pt x="819557" y="508154"/>
                </a:cubicBezTo>
                <a:lnTo>
                  <a:pt x="784729" y="536714"/>
                </a:lnTo>
                <a:cubicBezTo>
                  <a:pt x="779753" y="540440"/>
                  <a:pt x="772289" y="540440"/>
                  <a:pt x="768559" y="535473"/>
                </a:cubicBezTo>
                <a:cubicBezTo>
                  <a:pt x="763583" y="530506"/>
                  <a:pt x="764827" y="523055"/>
                  <a:pt x="769803" y="519330"/>
                </a:cubicBezTo>
                <a:lnTo>
                  <a:pt x="828263" y="472143"/>
                </a:lnTo>
                <a:cubicBezTo>
                  <a:pt x="830751" y="469660"/>
                  <a:pt x="833239" y="468418"/>
                  <a:pt x="836971" y="469660"/>
                </a:cubicBezTo>
                <a:close/>
                <a:moveTo>
                  <a:pt x="359611" y="364899"/>
                </a:moveTo>
                <a:lnTo>
                  <a:pt x="359611" y="491334"/>
                </a:lnTo>
                <a:lnTo>
                  <a:pt x="535531" y="491334"/>
                </a:lnTo>
                <a:lnTo>
                  <a:pt x="535531" y="364899"/>
                </a:lnTo>
                <a:close/>
                <a:moveTo>
                  <a:pt x="348461" y="341347"/>
                </a:moveTo>
                <a:lnTo>
                  <a:pt x="546681" y="341347"/>
                </a:lnTo>
                <a:cubicBezTo>
                  <a:pt x="554115" y="341347"/>
                  <a:pt x="559069" y="347545"/>
                  <a:pt x="559069" y="352503"/>
                </a:cubicBezTo>
                <a:lnTo>
                  <a:pt x="559069" y="576864"/>
                </a:lnTo>
                <a:cubicBezTo>
                  <a:pt x="559069" y="584302"/>
                  <a:pt x="554115" y="589260"/>
                  <a:pt x="546681" y="589260"/>
                </a:cubicBezTo>
                <a:lnTo>
                  <a:pt x="348461" y="589260"/>
                </a:lnTo>
                <a:cubicBezTo>
                  <a:pt x="342267" y="589260"/>
                  <a:pt x="336073" y="584302"/>
                  <a:pt x="336073" y="576864"/>
                </a:cubicBezTo>
                <a:lnTo>
                  <a:pt x="336073" y="352503"/>
                </a:lnTo>
                <a:cubicBezTo>
                  <a:pt x="336073" y="347545"/>
                  <a:pt x="342267" y="341347"/>
                  <a:pt x="348461" y="341347"/>
                </a:cubicBezTo>
                <a:close/>
                <a:moveTo>
                  <a:pt x="410341" y="239127"/>
                </a:moveTo>
                <a:cubicBezTo>
                  <a:pt x="405377" y="239127"/>
                  <a:pt x="400413" y="241612"/>
                  <a:pt x="396691" y="245340"/>
                </a:cubicBezTo>
                <a:lnTo>
                  <a:pt x="316025" y="327346"/>
                </a:lnTo>
                <a:cubicBezTo>
                  <a:pt x="312303" y="331074"/>
                  <a:pt x="309821" y="336044"/>
                  <a:pt x="309821" y="341014"/>
                </a:cubicBezTo>
                <a:lnTo>
                  <a:pt x="309821" y="666555"/>
                </a:lnTo>
                <a:lnTo>
                  <a:pt x="329677" y="666555"/>
                </a:lnTo>
                <a:lnTo>
                  <a:pt x="360701" y="624309"/>
                </a:lnTo>
                <a:cubicBezTo>
                  <a:pt x="364425" y="619339"/>
                  <a:pt x="370629" y="616854"/>
                  <a:pt x="378077" y="616854"/>
                </a:cubicBezTo>
                <a:lnTo>
                  <a:pt x="517069" y="616854"/>
                </a:lnTo>
                <a:cubicBezTo>
                  <a:pt x="524513" y="616854"/>
                  <a:pt x="530719" y="619339"/>
                  <a:pt x="534441" y="624309"/>
                </a:cubicBezTo>
                <a:lnTo>
                  <a:pt x="565467" y="666555"/>
                </a:lnTo>
                <a:lnTo>
                  <a:pt x="585323" y="666555"/>
                </a:lnTo>
                <a:lnTo>
                  <a:pt x="585323" y="239127"/>
                </a:lnTo>
                <a:lnTo>
                  <a:pt x="559261" y="239127"/>
                </a:lnTo>
                <a:lnTo>
                  <a:pt x="559261" y="268947"/>
                </a:lnTo>
                <a:cubicBezTo>
                  <a:pt x="559261" y="275160"/>
                  <a:pt x="554297" y="280130"/>
                  <a:pt x="546853" y="280130"/>
                </a:cubicBezTo>
                <a:cubicBezTo>
                  <a:pt x="540647" y="280130"/>
                  <a:pt x="535683" y="275160"/>
                  <a:pt x="535683" y="268947"/>
                </a:cubicBezTo>
                <a:lnTo>
                  <a:pt x="535683" y="239127"/>
                </a:lnTo>
                <a:lnTo>
                  <a:pt x="497213" y="239127"/>
                </a:lnTo>
                <a:lnTo>
                  <a:pt x="497213" y="268947"/>
                </a:lnTo>
                <a:cubicBezTo>
                  <a:pt x="497213" y="275160"/>
                  <a:pt x="492249" y="280130"/>
                  <a:pt x="484801" y="280130"/>
                </a:cubicBezTo>
                <a:cubicBezTo>
                  <a:pt x="478597" y="280130"/>
                  <a:pt x="473633" y="275160"/>
                  <a:pt x="473633" y="268947"/>
                </a:cubicBezTo>
                <a:lnTo>
                  <a:pt x="473633" y="239127"/>
                </a:lnTo>
                <a:lnTo>
                  <a:pt x="433921" y="239127"/>
                </a:lnTo>
                <a:lnTo>
                  <a:pt x="433921" y="268947"/>
                </a:lnTo>
                <a:cubicBezTo>
                  <a:pt x="433921" y="275160"/>
                  <a:pt x="428957" y="280130"/>
                  <a:pt x="422753" y="280130"/>
                </a:cubicBezTo>
                <a:cubicBezTo>
                  <a:pt x="415305" y="280130"/>
                  <a:pt x="410341" y="275160"/>
                  <a:pt x="410341" y="268947"/>
                </a:cubicBezTo>
                <a:close/>
                <a:moveTo>
                  <a:pt x="411583" y="215519"/>
                </a:moveTo>
                <a:lnTo>
                  <a:pt x="597733" y="215519"/>
                </a:lnTo>
                <a:cubicBezTo>
                  <a:pt x="603937" y="215519"/>
                  <a:pt x="608901" y="220489"/>
                  <a:pt x="608901" y="227944"/>
                </a:cubicBezTo>
                <a:lnTo>
                  <a:pt x="608901" y="677737"/>
                </a:lnTo>
                <a:cubicBezTo>
                  <a:pt x="608901" y="683950"/>
                  <a:pt x="603937" y="688920"/>
                  <a:pt x="597733" y="688920"/>
                </a:cubicBezTo>
                <a:lnTo>
                  <a:pt x="297411" y="688920"/>
                </a:lnTo>
                <a:cubicBezTo>
                  <a:pt x="291205" y="688920"/>
                  <a:pt x="286241" y="683950"/>
                  <a:pt x="286241" y="677737"/>
                </a:cubicBezTo>
                <a:lnTo>
                  <a:pt x="286241" y="341014"/>
                </a:lnTo>
                <a:cubicBezTo>
                  <a:pt x="286241" y="329831"/>
                  <a:pt x="291205" y="318648"/>
                  <a:pt x="298653" y="309951"/>
                </a:cubicBezTo>
                <a:lnTo>
                  <a:pt x="380557" y="229187"/>
                </a:lnTo>
                <a:cubicBezTo>
                  <a:pt x="388005" y="220489"/>
                  <a:pt x="399173" y="215519"/>
                  <a:pt x="411583" y="215519"/>
                </a:cubicBezTo>
                <a:close/>
                <a:moveTo>
                  <a:pt x="383457" y="58552"/>
                </a:moveTo>
                <a:cubicBezTo>
                  <a:pt x="389665" y="57309"/>
                  <a:pt x="395875" y="62280"/>
                  <a:pt x="397117" y="68495"/>
                </a:cubicBezTo>
                <a:cubicBezTo>
                  <a:pt x="398359" y="74709"/>
                  <a:pt x="393391" y="79680"/>
                  <a:pt x="387181" y="82166"/>
                </a:cubicBezTo>
                <a:cubicBezTo>
                  <a:pt x="205865" y="111993"/>
                  <a:pt x="71739" y="267346"/>
                  <a:pt x="71739" y="452526"/>
                </a:cubicBezTo>
                <a:cubicBezTo>
                  <a:pt x="71739" y="481110"/>
                  <a:pt x="75465" y="508452"/>
                  <a:pt x="81675" y="537037"/>
                </a:cubicBezTo>
                <a:lnTo>
                  <a:pt x="102787" y="496024"/>
                </a:lnTo>
                <a:cubicBezTo>
                  <a:pt x="105271" y="489810"/>
                  <a:pt x="112721" y="487324"/>
                  <a:pt x="117689" y="491053"/>
                </a:cubicBezTo>
                <a:cubicBezTo>
                  <a:pt x="123899" y="492296"/>
                  <a:pt x="126383" y="500995"/>
                  <a:pt x="122657" y="505967"/>
                </a:cubicBezTo>
                <a:lnTo>
                  <a:pt x="89125" y="573079"/>
                </a:lnTo>
                <a:cubicBezTo>
                  <a:pt x="87883" y="575565"/>
                  <a:pt x="85401" y="578050"/>
                  <a:pt x="82917" y="579293"/>
                </a:cubicBezTo>
                <a:cubicBezTo>
                  <a:pt x="81675" y="579293"/>
                  <a:pt x="80433" y="579293"/>
                  <a:pt x="79191" y="579293"/>
                </a:cubicBezTo>
                <a:cubicBezTo>
                  <a:pt x="77949" y="579293"/>
                  <a:pt x="76707" y="579293"/>
                  <a:pt x="74223" y="579293"/>
                </a:cubicBezTo>
                <a:lnTo>
                  <a:pt x="7161" y="545737"/>
                </a:lnTo>
                <a:cubicBezTo>
                  <a:pt x="951" y="542008"/>
                  <a:pt x="-1533" y="535794"/>
                  <a:pt x="951" y="529580"/>
                </a:cubicBezTo>
                <a:cubicBezTo>
                  <a:pt x="4677" y="523366"/>
                  <a:pt x="10887" y="520881"/>
                  <a:pt x="17095" y="524609"/>
                </a:cubicBezTo>
                <a:lnTo>
                  <a:pt x="60563" y="545737"/>
                </a:lnTo>
                <a:cubicBezTo>
                  <a:pt x="51869" y="514666"/>
                  <a:pt x="49385" y="483596"/>
                  <a:pt x="49385" y="452526"/>
                </a:cubicBezTo>
                <a:cubicBezTo>
                  <a:pt x="49385" y="256160"/>
                  <a:pt x="189719" y="89622"/>
                  <a:pt x="383457" y="58552"/>
                </a:cubicBezTo>
                <a:close/>
                <a:moveTo>
                  <a:pt x="490379" y="3726"/>
                </a:moveTo>
                <a:cubicBezTo>
                  <a:pt x="494105" y="-1242"/>
                  <a:pt x="501557" y="-1242"/>
                  <a:pt x="506525" y="3726"/>
                </a:cubicBezTo>
                <a:cubicBezTo>
                  <a:pt x="510251" y="7453"/>
                  <a:pt x="510251" y="14906"/>
                  <a:pt x="506525" y="19875"/>
                </a:cubicBezTo>
                <a:lnTo>
                  <a:pt x="472991" y="54655"/>
                </a:lnTo>
                <a:cubicBezTo>
                  <a:pt x="667991" y="65834"/>
                  <a:pt x="826971" y="216136"/>
                  <a:pt x="845601" y="413639"/>
                </a:cubicBezTo>
                <a:cubicBezTo>
                  <a:pt x="846845" y="419850"/>
                  <a:pt x="840633" y="426061"/>
                  <a:pt x="834423" y="426061"/>
                </a:cubicBezTo>
                <a:cubicBezTo>
                  <a:pt x="834423" y="426061"/>
                  <a:pt x="834423" y="426061"/>
                  <a:pt x="833181" y="426061"/>
                </a:cubicBezTo>
                <a:cubicBezTo>
                  <a:pt x="826971" y="426061"/>
                  <a:pt x="823245" y="422335"/>
                  <a:pt x="822003" y="416124"/>
                </a:cubicBezTo>
                <a:cubicBezTo>
                  <a:pt x="804615" y="231042"/>
                  <a:pt x="656813" y="89436"/>
                  <a:pt x="474233" y="78256"/>
                </a:cubicBezTo>
                <a:lnTo>
                  <a:pt x="506525" y="109310"/>
                </a:lnTo>
                <a:cubicBezTo>
                  <a:pt x="510251" y="114279"/>
                  <a:pt x="510251" y="121732"/>
                  <a:pt x="506525" y="126700"/>
                </a:cubicBezTo>
                <a:cubicBezTo>
                  <a:pt x="504041" y="127943"/>
                  <a:pt x="501557" y="129185"/>
                  <a:pt x="499073" y="129185"/>
                </a:cubicBezTo>
                <a:cubicBezTo>
                  <a:pt x="495347" y="129185"/>
                  <a:pt x="492863" y="127943"/>
                  <a:pt x="490379" y="126700"/>
                </a:cubicBezTo>
                <a:lnTo>
                  <a:pt x="436971" y="73287"/>
                </a:lnTo>
                <a:cubicBezTo>
                  <a:pt x="432003" y="68319"/>
                  <a:pt x="432003" y="60866"/>
                  <a:pt x="436971" y="558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45000" tIns="22500" rIns="45000" bIns="225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860" name="Google Shape;860;p53">
            <a:extLst>
              <a:ext uri="{FF2B5EF4-FFF2-40B4-BE49-F238E27FC236}">
                <a16:creationId xmlns:a16="http://schemas.microsoft.com/office/drawing/2014/main" id="{C110ACB3-86D2-753C-242F-88B4C0C4ED35}"/>
              </a:ext>
            </a:extLst>
          </p:cNvPr>
          <p:cNvGrpSpPr/>
          <p:nvPr/>
        </p:nvGrpSpPr>
        <p:grpSpPr>
          <a:xfrm>
            <a:off x="4281522" y="2378914"/>
            <a:ext cx="3334000" cy="1860959"/>
            <a:chOff x="3105763" y="7393690"/>
            <a:chExt cx="8661990" cy="4834914"/>
          </a:xfrm>
        </p:grpSpPr>
        <p:sp>
          <p:nvSpPr>
            <p:cNvPr id="861" name="Google Shape;861;p53">
              <a:extLst>
                <a:ext uri="{FF2B5EF4-FFF2-40B4-BE49-F238E27FC236}">
                  <a16:creationId xmlns:a16="http://schemas.microsoft.com/office/drawing/2014/main" id="{F88D6112-BDD7-82A3-AEEB-1592C421E842}"/>
                </a:ext>
              </a:extLst>
            </p:cNvPr>
            <p:cNvSpPr/>
            <p:nvPr/>
          </p:nvSpPr>
          <p:spPr>
            <a:xfrm>
              <a:off x="3105763" y="11945813"/>
              <a:ext cx="8661990" cy="158216"/>
            </a:xfrm>
            <a:custGeom>
              <a:avLst/>
              <a:gdLst/>
              <a:ahLst/>
              <a:cxnLst/>
              <a:rect l="l" t="t" r="r" b="b"/>
              <a:pathLst>
                <a:path w="6954" h="128" extrusionOk="0">
                  <a:moveTo>
                    <a:pt x="0" y="0"/>
                  </a:moveTo>
                  <a:lnTo>
                    <a:pt x="6954" y="0"/>
                  </a:lnTo>
                  <a:lnTo>
                    <a:pt x="6954" y="128"/>
                  </a:lnTo>
                  <a:lnTo>
                    <a:pt x="0" y="128"/>
                  </a:lnTo>
                  <a:close/>
                </a:path>
              </a:pathLst>
            </a:custGeom>
            <a:solidFill>
              <a:srgbClr val="017BC4"/>
            </a:solidFill>
            <a:ln w="9525" cap="flat" cmpd="sng">
              <a:solidFill>
                <a:srgbClr val="00B3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62" name="Google Shape;862;p53">
              <a:extLst>
                <a:ext uri="{FF2B5EF4-FFF2-40B4-BE49-F238E27FC236}">
                  <a16:creationId xmlns:a16="http://schemas.microsoft.com/office/drawing/2014/main" id="{E460B344-DB51-CFE8-3DDE-03F63ABB3D61}"/>
                </a:ext>
              </a:extLst>
            </p:cNvPr>
            <p:cNvSpPr/>
            <p:nvPr/>
          </p:nvSpPr>
          <p:spPr>
            <a:xfrm>
              <a:off x="3105763" y="12105271"/>
              <a:ext cx="8661990" cy="123333"/>
            </a:xfrm>
            <a:custGeom>
              <a:avLst/>
              <a:gdLst/>
              <a:ahLst/>
              <a:cxnLst/>
              <a:rect l="l" t="t" r="r" b="b"/>
              <a:pathLst>
                <a:path w="6954" h="100" extrusionOk="0">
                  <a:moveTo>
                    <a:pt x="6954" y="0"/>
                  </a:moveTo>
                  <a:cubicBezTo>
                    <a:pt x="6954" y="0"/>
                    <a:pt x="6821" y="100"/>
                    <a:pt x="5793" y="100"/>
                  </a:cubicBezTo>
                  <a:lnTo>
                    <a:pt x="1161" y="100"/>
                  </a:lnTo>
                  <a:cubicBezTo>
                    <a:pt x="134" y="1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2060"/>
            </a:solidFill>
            <a:ln w="9525" cap="flat" cmpd="sng">
              <a:solidFill>
                <a:srgbClr val="00B3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63" name="Google Shape;863;p53">
              <a:extLst>
                <a:ext uri="{FF2B5EF4-FFF2-40B4-BE49-F238E27FC236}">
                  <a16:creationId xmlns:a16="http://schemas.microsoft.com/office/drawing/2014/main" id="{49B4B16C-2ADD-D49F-F1CD-FC1645AB4E89}"/>
                </a:ext>
              </a:extLst>
            </p:cNvPr>
            <p:cNvSpPr/>
            <p:nvPr/>
          </p:nvSpPr>
          <p:spPr>
            <a:xfrm>
              <a:off x="6723543" y="11945813"/>
              <a:ext cx="1426432" cy="123333"/>
            </a:xfrm>
            <a:custGeom>
              <a:avLst/>
              <a:gdLst/>
              <a:ahLst/>
              <a:cxnLst/>
              <a:rect l="l" t="t" r="r" b="b"/>
              <a:pathLst>
                <a:path w="1146" h="100" extrusionOk="0">
                  <a:moveTo>
                    <a:pt x="1076" y="100"/>
                  </a:moveTo>
                  <a:lnTo>
                    <a:pt x="70" y="100"/>
                  </a:lnTo>
                  <a:cubicBezTo>
                    <a:pt x="31" y="100"/>
                    <a:pt x="0" y="69"/>
                    <a:pt x="0" y="31"/>
                  </a:cubicBezTo>
                  <a:lnTo>
                    <a:pt x="0" y="0"/>
                  </a:lnTo>
                  <a:lnTo>
                    <a:pt x="1146" y="0"/>
                  </a:lnTo>
                  <a:lnTo>
                    <a:pt x="1146" y="31"/>
                  </a:lnTo>
                  <a:cubicBezTo>
                    <a:pt x="1146" y="69"/>
                    <a:pt x="1115" y="100"/>
                    <a:pt x="1076" y="10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B3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65" name="Google Shape;865;p53">
              <a:extLst>
                <a:ext uri="{FF2B5EF4-FFF2-40B4-BE49-F238E27FC236}">
                  <a16:creationId xmlns:a16="http://schemas.microsoft.com/office/drawing/2014/main" id="{DB68911C-D9DE-9DD8-ABA5-6EFCD99BCED1}"/>
                </a:ext>
              </a:extLst>
            </p:cNvPr>
            <p:cNvSpPr/>
            <p:nvPr/>
          </p:nvSpPr>
          <p:spPr>
            <a:xfrm>
              <a:off x="4130715" y="7479140"/>
              <a:ext cx="6668724" cy="4386433"/>
            </a:xfrm>
            <a:custGeom>
              <a:avLst/>
              <a:gdLst/>
              <a:ahLst/>
              <a:cxnLst/>
              <a:rect l="l" t="t" r="r" b="b"/>
              <a:pathLst>
                <a:path w="5354" h="3522" extrusionOk="0">
                  <a:moveTo>
                    <a:pt x="5203" y="0"/>
                  </a:moveTo>
                  <a:lnTo>
                    <a:pt x="151" y="0"/>
                  </a:lnTo>
                  <a:cubicBezTo>
                    <a:pt x="68" y="0"/>
                    <a:pt x="0" y="68"/>
                    <a:pt x="0" y="152"/>
                  </a:cubicBezTo>
                  <a:lnTo>
                    <a:pt x="0" y="3522"/>
                  </a:lnTo>
                  <a:lnTo>
                    <a:pt x="5354" y="3522"/>
                  </a:lnTo>
                  <a:lnTo>
                    <a:pt x="5354" y="152"/>
                  </a:lnTo>
                  <a:cubicBezTo>
                    <a:pt x="5354" y="68"/>
                    <a:pt x="5287" y="0"/>
                    <a:pt x="5203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rgbClr val="00B3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75" name="Google Shape;875;p53">
              <a:extLst>
                <a:ext uri="{FF2B5EF4-FFF2-40B4-BE49-F238E27FC236}">
                  <a16:creationId xmlns:a16="http://schemas.microsoft.com/office/drawing/2014/main" id="{6819B41B-D979-25E1-6A70-8FEAA6CB3486}"/>
                </a:ext>
              </a:extLst>
            </p:cNvPr>
            <p:cNvSpPr/>
            <p:nvPr/>
          </p:nvSpPr>
          <p:spPr>
            <a:xfrm>
              <a:off x="4102393" y="7393690"/>
              <a:ext cx="6668723" cy="467172"/>
            </a:xfrm>
            <a:custGeom>
              <a:avLst/>
              <a:gdLst/>
              <a:ahLst/>
              <a:cxnLst/>
              <a:rect l="l" t="t" r="r" b="b"/>
              <a:pathLst>
                <a:path w="5354" h="376" extrusionOk="0">
                  <a:moveTo>
                    <a:pt x="5204" y="0"/>
                  </a:moveTo>
                  <a:lnTo>
                    <a:pt x="151" y="0"/>
                  </a:lnTo>
                  <a:cubicBezTo>
                    <a:pt x="68" y="0"/>
                    <a:pt x="0" y="68"/>
                    <a:pt x="0" y="151"/>
                  </a:cubicBezTo>
                  <a:lnTo>
                    <a:pt x="0" y="376"/>
                  </a:lnTo>
                  <a:lnTo>
                    <a:pt x="5354" y="376"/>
                  </a:lnTo>
                  <a:lnTo>
                    <a:pt x="5354" y="151"/>
                  </a:lnTo>
                  <a:cubicBezTo>
                    <a:pt x="5354" y="68"/>
                    <a:pt x="5287" y="0"/>
                    <a:pt x="520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rgbClr val="00B3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76" name="Google Shape;876;p53">
              <a:extLst>
                <a:ext uri="{FF2B5EF4-FFF2-40B4-BE49-F238E27FC236}">
                  <a16:creationId xmlns:a16="http://schemas.microsoft.com/office/drawing/2014/main" id="{1EFB13CD-0FDC-0697-5F31-6F81D15C1D15}"/>
                </a:ext>
              </a:extLst>
            </p:cNvPr>
            <p:cNvSpPr/>
            <p:nvPr/>
          </p:nvSpPr>
          <p:spPr>
            <a:xfrm>
              <a:off x="4325394" y="7565606"/>
              <a:ext cx="555619" cy="124579"/>
            </a:xfrm>
            <a:custGeom>
              <a:avLst/>
              <a:gdLst/>
              <a:ahLst/>
              <a:cxnLst/>
              <a:rect l="l" t="t" r="r" b="b"/>
              <a:pathLst>
                <a:path w="555619" h="124579" extrusionOk="0">
                  <a:moveTo>
                    <a:pt x="493953" y="0"/>
                  </a:moveTo>
                  <a:cubicBezTo>
                    <a:pt x="527253" y="0"/>
                    <a:pt x="555619" y="27136"/>
                    <a:pt x="555619" y="61673"/>
                  </a:cubicBezTo>
                  <a:cubicBezTo>
                    <a:pt x="555619" y="96210"/>
                    <a:pt x="527253" y="124579"/>
                    <a:pt x="493953" y="124579"/>
                  </a:cubicBezTo>
                  <a:cubicBezTo>
                    <a:pt x="459420" y="124579"/>
                    <a:pt x="432286" y="96210"/>
                    <a:pt x="432286" y="61673"/>
                  </a:cubicBezTo>
                  <a:cubicBezTo>
                    <a:pt x="432286" y="27136"/>
                    <a:pt x="459420" y="0"/>
                    <a:pt x="493953" y="0"/>
                  </a:cubicBezTo>
                  <a:close/>
                  <a:moveTo>
                    <a:pt x="277194" y="0"/>
                  </a:moveTo>
                  <a:cubicBezTo>
                    <a:pt x="311730" y="0"/>
                    <a:pt x="340100" y="27136"/>
                    <a:pt x="340100" y="61673"/>
                  </a:cubicBezTo>
                  <a:cubicBezTo>
                    <a:pt x="340100" y="96210"/>
                    <a:pt x="311730" y="124579"/>
                    <a:pt x="277194" y="124579"/>
                  </a:cubicBezTo>
                  <a:cubicBezTo>
                    <a:pt x="242657" y="124579"/>
                    <a:pt x="215521" y="96210"/>
                    <a:pt x="215521" y="61673"/>
                  </a:cubicBezTo>
                  <a:cubicBezTo>
                    <a:pt x="215521" y="27136"/>
                    <a:pt x="242657" y="0"/>
                    <a:pt x="277194" y="0"/>
                  </a:cubicBezTo>
                  <a:close/>
                  <a:moveTo>
                    <a:pt x="61666" y="0"/>
                  </a:moveTo>
                  <a:cubicBezTo>
                    <a:pt x="96199" y="0"/>
                    <a:pt x="123333" y="27136"/>
                    <a:pt x="123333" y="61673"/>
                  </a:cubicBezTo>
                  <a:cubicBezTo>
                    <a:pt x="123333" y="96210"/>
                    <a:pt x="96199" y="124579"/>
                    <a:pt x="61666" y="124579"/>
                  </a:cubicBezTo>
                  <a:cubicBezTo>
                    <a:pt x="27133" y="124579"/>
                    <a:pt x="0" y="96210"/>
                    <a:pt x="0" y="61673"/>
                  </a:cubicBezTo>
                  <a:cubicBezTo>
                    <a:pt x="0" y="27136"/>
                    <a:pt x="27133" y="0"/>
                    <a:pt x="6166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B3B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000" tIns="22500" rIns="45000" bIns="2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881" name="Google Shape;881;p53">
            <a:extLst>
              <a:ext uri="{FF2B5EF4-FFF2-40B4-BE49-F238E27FC236}">
                <a16:creationId xmlns:a16="http://schemas.microsoft.com/office/drawing/2014/main" id="{41901A7A-CDDA-9E9F-2586-7CB38692068E}"/>
              </a:ext>
            </a:extLst>
          </p:cNvPr>
          <p:cNvSpPr txBox="1"/>
          <p:nvPr/>
        </p:nvSpPr>
        <p:spPr>
          <a:xfrm>
            <a:off x="375847" y="2013003"/>
            <a:ext cx="2831700" cy="775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47980"/>
              </a:lnSpc>
            </a:pPr>
            <a:r>
              <a:rPr lang="en-US" sz="1500" b="1">
                <a:solidFill>
                  <a:srgbClr val="09165C"/>
                </a:solidFill>
                <a:latin typeface="Figtree"/>
                <a:ea typeface="Figtree"/>
                <a:cs typeface="Figtree"/>
                <a:sym typeface="Figtree"/>
              </a:rPr>
              <a:t>Identity verification for Buyer and Seller </a:t>
            </a:r>
            <a:endParaRPr lang="en-US" sz="1500" b="1">
              <a:solidFill>
                <a:srgbClr val="09165C"/>
              </a:solidFill>
              <a:latin typeface="Figtree"/>
              <a:ea typeface="Figtree"/>
              <a:cs typeface="Figtree"/>
              <a:sym typeface="Poppins"/>
            </a:endParaRPr>
          </a:p>
        </p:txBody>
      </p:sp>
      <p:sp>
        <p:nvSpPr>
          <p:cNvPr id="890" name="Google Shape;890;p53">
            <a:extLst>
              <a:ext uri="{FF2B5EF4-FFF2-40B4-BE49-F238E27FC236}">
                <a16:creationId xmlns:a16="http://schemas.microsoft.com/office/drawing/2014/main" id="{F7A0CACE-7563-72D1-7F2B-66845D6D7D3E}"/>
              </a:ext>
            </a:extLst>
          </p:cNvPr>
          <p:cNvSpPr txBox="1"/>
          <p:nvPr/>
        </p:nvSpPr>
        <p:spPr>
          <a:xfrm>
            <a:off x="8861324" y="2131269"/>
            <a:ext cx="2831700" cy="775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47980"/>
              </a:lnSpc>
            </a:pPr>
            <a:r>
              <a:rPr lang="en-US" sz="1500" b="1">
                <a:solidFill>
                  <a:srgbClr val="002060"/>
                </a:solidFill>
                <a:latin typeface="Figtree"/>
                <a:ea typeface="Figtree"/>
                <a:cs typeface="Figtree"/>
                <a:sym typeface="Figtree"/>
              </a:rPr>
              <a:t>Realtime access to registered property and vehicle data </a:t>
            </a:r>
            <a:endParaRPr lang="en-US" sz="1500" b="1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Google Shape;283;p36">
            <a:extLst>
              <a:ext uri="{FF2B5EF4-FFF2-40B4-BE49-F238E27FC236}">
                <a16:creationId xmlns:a16="http://schemas.microsoft.com/office/drawing/2014/main" id="{E9E25008-1A3F-E568-5559-8C4FCF16FB5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43558" y="2007138"/>
            <a:ext cx="2612087" cy="2612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78;p36">
            <a:extLst>
              <a:ext uri="{FF2B5EF4-FFF2-40B4-BE49-F238E27FC236}">
                <a16:creationId xmlns:a16="http://schemas.microsoft.com/office/drawing/2014/main" id="{46F6123F-9993-2663-D416-DBAB95EEEF7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7882" y="1005796"/>
            <a:ext cx="2021731" cy="111044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791;p53">
            <a:extLst>
              <a:ext uri="{FF2B5EF4-FFF2-40B4-BE49-F238E27FC236}">
                <a16:creationId xmlns:a16="http://schemas.microsoft.com/office/drawing/2014/main" id="{36835212-D807-8E22-E9F6-70CBF377C7D4}"/>
              </a:ext>
            </a:extLst>
          </p:cNvPr>
          <p:cNvSpPr/>
          <p:nvPr/>
        </p:nvSpPr>
        <p:spPr>
          <a:xfrm flipV="1">
            <a:off x="7623268" y="4152309"/>
            <a:ext cx="1868685" cy="615420"/>
          </a:xfrm>
          <a:custGeom>
            <a:avLst/>
            <a:gdLst/>
            <a:ahLst/>
            <a:cxnLst/>
            <a:rect l="l" t="t" r="r" b="b"/>
            <a:pathLst>
              <a:path w="3001" h="989" fill="none" extrusionOk="0">
                <a:moveTo>
                  <a:pt x="3001" y="0"/>
                </a:moveTo>
                <a:lnTo>
                  <a:pt x="2214" y="0"/>
                </a:lnTo>
                <a:lnTo>
                  <a:pt x="1223" y="989"/>
                </a:lnTo>
                <a:lnTo>
                  <a:pt x="0" y="989"/>
                </a:lnTo>
              </a:path>
            </a:pathLst>
          </a:custGeom>
          <a:solidFill>
            <a:srgbClr val="002060"/>
          </a:solidFill>
          <a:ln w="254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" tIns="1800" rIns="1800" bIns="18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Google Shape;288;p36">
            <a:extLst>
              <a:ext uri="{FF2B5EF4-FFF2-40B4-BE49-F238E27FC236}">
                <a16:creationId xmlns:a16="http://schemas.microsoft.com/office/drawing/2014/main" id="{21B858BA-26B2-1DD4-17A7-812DDB5CD553}"/>
              </a:ext>
            </a:extLst>
          </p:cNvPr>
          <p:cNvSpPr txBox="1"/>
          <p:nvPr/>
        </p:nvSpPr>
        <p:spPr>
          <a:xfrm>
            <a:off x="265890" y="269227"/>
            <a:ext cx="10515548" cy="62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00" rIns="0" bIns="0" anchor="ctr" anchorCtr="0">
            <a:spAutoFit/>
          </a:bodyPr>
          <a:lstStyle/>
          <a:p>
            <a:pPr marL="7701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165C"/>
              </a:buClr>
              <a:buSzPts val="6600"/>
              <a:buFont typeface="Figtree"/>
              <a:buNone/>
            </a:pPr>
            <a:r>
              <a:rPr lang="en-US" sz="4002" b="1">
                <a:solidFill>
                  <a:srgbClr val="09165C"/>
                </a:solidFill>
                <a:latin typeface="Figtree"/>
                <a:ea typeface="Figtree"/>
                <a:cs typeface="Figtree"/>
                <a:sym typeface="Figtree"/>
              </a:rPr>
              <a:t>Technology</a:t>
            </a:r>
            <a:endParaRPr/>
          </a:p>
        </p:txBody>
      </p:sp>
      <p:grpSp>
        <p:nvGrpSpPr>
          <p:cNvPr id="12" name="Google Shape;290;p36">
            <a:extLst>
              <a:ext uri="{FF2B5EF4-FFF2-40B4-BE49-F238E27FC236}">
                <a16:creationId xmlns:a16="http://schemas.microsoft.com/office/drawing/2014/main" id="{5AF01F65-96B8-0D1C-E9FE-64FDBA5BD744}"/>
              </a:ext>
            </a:extLst>
          </p:cNvPr>
          <p:cNvGrpSpPr/>
          <p:nvPr/>
        </p:nvGrpSpPr>
        <p:grpSpPr>
          <a:xfrm>
            <a:off x="382001" y="6348167"/>
            <a:ext cx="278060" cy="316428"/>
            <a:chOff x="629904" y="10452384"/>
            <a:chExt cx="458510" cy="521777"/>
          </a:xfrm>
        </p:grpSpPr>
        <p:sp>
          <p:nvSpPr>
            <p:cNvPr id="13" name="Google Shape;291;p36">
              <a:extLst>
                <a:ext uri="{FF2B5EF4-FFF2-40B4-BE49-F238E27FC236}">
                  <a16:creationId xmlns:a16="http://schemas.microsoft.com/office/drawing/2014/main" id="{D0754B72-57BB-96DA-0F43-8A1B813D0297}"/>
                </a:ext>
              </a:extLst>
            </p:cNvPr>
            <p:cNvSpPr/>
            <p:nvPr/>
          </p:nvSpPr>
          <p:spPr>
            <a:xfrm>
              <a:off x="876960" y="10452384"/>
              <a:ext cx="211454" cy="412115"/>
            </a:xfrm>
            <a:custGeom>
              <a:avLst/>
              <a:gdLst/>
              <a:ahLst/>
              <a:cxnLst/>
              <a:rect l="l" t="t" r="r" b="b"/>
              <a:pathLst>
                <a:path w="211455" h="412115" extrusionOk="0">
                  <a:moveTo>
                    <a:pt x="179305" y="0"/>
                  </a:moveTo>
                  <a:lnTo>
                    <a:pt x="0" y="0"/>
                  </a:lnTo>
                  <a:lnTo>
                    <a:pt x="0" y="63896"/>
                  </a:lnTo>
                  <a:lnTo>
                    <a:pt x="102027" y="63896"/>
                  </a:lnTo>
                  <a:lnTo>
                    <a:pt x="0" y="165734"/>
                  </a:lnTo>
                  <a:lnTo>
                    <a:pt x="0" y="411773"/>
                  </a:lnTo>
                  <a:lnTo>
                    <a:pt x="19203" y="399886"/>
                  </a:lnTo>
                  <a:lnTo>
                    <a:pt x="36260" y="387846"/>
                  </a:lnTo>
                  <a:lnTo>
                    <a:pt x="51292" y="375764"/>
                  </a:lnTo>
                  <a:lnTo>
                    <a:pt x="64420" y="363747"/>
                  </a:lnTo>
                  <a:lnTo>
                    <a:pt x="64420" y="191709"/>
                  </a:lnTo>
                  <a:lnTo>
                    <a:pt x="147222" y="109065"/>
                  </a:lnTo>
                  <a:lnTo>
                    <a:pt x="147222" y="210306"/>
                  </a:lnTo>
                  <a:lnTo>
                    <a:pt x="211119" y="210306"/>
                  </a:lnTo>
                  <a:lnTo>
                    <a:pt x="211119" y="31814"/>
                  </a:lnTo>
                  <a:lnTo>
                    <a:pt x="208618" y="19428"/>
                  </a:lnTo>
                  <a:lnTo>
                    <a:pt x="201800" y="9316"/>
                  </a:lnTo>
                  <a:lnTo>
                    <a:pt x="191687" y="2499"/>
                  </a:lnTo>
                  <a:lnTo>
                    <a:pt x="179305" y="0"/>
                  </a:lnTo>
                  <a:close/>
                </a:path>
              </a:pathLst>
            </a:custGeom>
            <a:solidFill>
              <a:srgbClr val="00B3B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292;p36">
              <a:extLst>
                <a:ext uri="{FF2B5EF4-FFF2-40B4-BE49-F238E27FC236}">
                  <a16:creationId xmlns:a16="http://schemas.microsoft.com/office/drawing/2014/main" id="{BCB74944-4482-BE2F-B57F-83B67A684C21}"/>
                </a:ext>
              </a:extLst>
            </p:cNvPr>
            <p:cNvSpPr/>
            <p:nvPr/>
          </p:nvSpPr>
          <p:spPr>
            <a:xfrm>
              <a:off x="629904" y="10694126"/>
              <a:ext cx="458470" cy="280035"/>
            </a:xfrm>
            <a:custGeom>
              <a:avLst/>
              <a:gdLst/>
              <a:ahLst/>
              <a:cxnLst/>
              <a:rect l="l" t="t" r="r" b="b"/>
              <a:pathLst>
                <a:path w="458470" h="280034" extrusionOk="0">
                  <a:moveTo>
                    <a:pt x="458174" y="0"/>
                  </a:moveTo>
                  <a:lnTo>
                    <a:pt x="394185" y="0"/>
                  </a:lnTo>
                  <a:lnTo>
                    <a:pt x="394185" y="25195"/>
                  </a:lnTo>
                  <a:lnTo>
                    <a:pt x="392362" y="36907"/>
                  </a:lnTo>
                  <a:lnTo>
                    <a:pt x="368859" y="93248"/>
                  </a:lnTo>
                  <a:lnTo>
                    <a:pt x="339863" y="131168"/>
                  </a:lnTo>
                  <a:lnTo>
                    <a:pt x="294492" y="171113"/>
                  </a:lnTo>
                  <a:lnTo>
                    <a:pt x="229087" y="209730"/>
                  </a:lnTo>
                  <a:lnTo>
                    <a:pt x="163274" y="170818"/>
                  </a:lnTo>
                  <a:lnTo>
                    <a:pt x="117768" y="130593"/>
                  </a:lnTo>
                  <a:lnTo>
                    <a:pt x="88827" y="92494"/>
                  </a:lnTo>
                  <a:lnTo>
                    <a:pt x="65678" y="36425"/>
                  </a:lnTo>
                  <a:lnTo>
                    <a:pt x="63988" y="25333"/>
                  </a:lnTo>
                  <a:lnTo>
                    <a:pt x="63988" y="0"/>
                  </a:lnTo>
                  <a:lnTo>
                    <a:pt x="0" y="0"/>
                  </a:lnTo>
                  <a:lnTo>
                    <a:pt x="0" y="27266"/>
                  </a:lnTo>
                  <a:lnTo>
                    <a:pt x="804" y="35854"/>
                  </a:lnTo>
                  <a:lnTo>
                    <a:pt x="13538" y="83613"/>
                  </a:lnTo>
                  <a:lnTo>
                    <a:pt x="30000" y="118189"/>
                  </a:lnTo>
                  <a:lnTo>
                    <a:pt x="56215" y="156833"/>
                  </a:lnTo>
                  <a:lnTo>
                    <a:pt x="94449" y="197247"/>
                  </a:lnTo>
                  <a:lnTo>
                    <a:pt x="146968" y="237134"/>
                  </a:lnTo>
                  <a:lnTo>
                    <a:pt x="216040" y="274196"/>
                  </a:lnTo>
                  <a:lnTo>
                    <a:pt x="229087" y="280022"/>
                  </a:lnTo>
                  <a:lnTo>
                    <a:pt x="242133" y="274196"/>
                  </a:lnTo>
                  <a:lnTo>
                    <a:pt x="311205" y="237134"/>
                  </a:lnTo>
                  <a:lnTo>
                    <a:pt x="363724" y="197247"/>
                  </a:lnTo>
                  <a:lnTo>
                    <a:pt x="401958" y="156833"/>
                  </a:lnTo>
                  <a:lnTo>
                    <a:pt x="428173" y="118189"/>
                  </a:lnTo>
                  <a:lnTo>
                    <a:pt x="444636" y="83613"/>
                  </a:lnTo>
                  <a:lnTo>
                    <a:pt x="457369" y="35854"/>
                  </a:lnTo>
                  <a:lnTo>
                    <a:pt x="458174" y="27266"/>
                  </a:lnTo>
                  <a:lnTo>
                    <a:pt x="458174" y="0"/>
                  </a:lnTo>
                  <a:close/>
                </a:path>
              </a:pathLst>
            </a:custGeom>
            <a:solidFill>
              <a:srgbClr val="08155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93;p36">
              <a:extLst>
                <a:ext uri="{FF2B5EF4-FFF2-40B4-BE49-F238E27FC236}">
                  <a16:creationId xmlns:a16="http://schemas.microsoft.com/office/drawing/2014/main" id="{02EDDB7B-6F7C-E5DF-1AB6-A1739C2430A5}"/>
                </a:ext>
              </a:extLst>
            </p:cNvPr>
            <p:cNvSpPr/>
            <p:nvPr/>
          </p:nvSpPr>
          <p:spPr>
            <a:xfrm>
              <a:off x="629904" y="10452384"/>
              <a:ext cx="211454" cy="412115"/>
            </a:xfrm>
            <a:custGeom>
              <a:avLst/>
              <a:gdLst/>
              <a:ahLst/>
              <a:cxnLst/>
              <a:rect l="l" t="t" r="r" b="b"/>
              <a:pathLst>
                <a:path w="211455" h="412115" extrusionOk="0">
                  <a:moveTo>
                    <a:pt x="211348" y="0"/>
                  </a:moveTo>
                  <a:lnTo>
                    <a:pt x="31814" y="0"/>
                  </a:lnTo>
                  <a:lnTo>
                    <a:pt x="19431" y="2499"/>
                  </a:lnTo>
                  <a:lnTo>
                    <a:pt x="9318" y="9316"/>
                  </a:lnTo>
                  <a:lnTo>
                    <a:pt x="2500" y="19428"/>
                  </a:lnTo>
                  <a:lnTo>
                    <a:pt x="0" y="31814"/>
                  </a:lnTo>
                  <a:lnTo>
                    <a:pt x="0" y="210306"/>
                  </a:lnTo>
                  <a:lnTo>
                    <a:pt x="63896" y="210306"/>
                  </a:lnTo>
                  <a:lnTo>
                    <a:pt x="63896" y="109065"/>
                  </a:lnTo>
                  <a:lnTo>
                    <a:pt x="146921" y="191932"/>
                  </a:lnTo>
                  <a:lnTo>
                    <a:pt x="146921" y="364121"/>
                  </a:lnTo>
                  <a:lnTo>
                    <a:pt x="192154" y="400076"/>
                  </a:lnTo>
                  <a:lnTo>
                    <a:pt x="211348" y="411911"/>
                  </a:lnTo>
                  <a:lnTo>
                    <a:pt x="211348" y="165957"/>
                  </a:lnTo>
                  <a:lnTo>
                    <a:pt x="109091" y="63896"/>
                  </a:lnTo>
                  <a:lnTo>
                    <a:pt x="211348" y="63896"/>
                  </a:lnTo>
                  <a:lnTo>
                    <a:pt x="211348" y="0"/>
                  </a:lnTo>
                  <a:close/>
                </a:path>
              </a:pathLst>
            </a:custGeom>
            <a:solidFill>
              <a:srgbClr val="007A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" name="Google Shape;294;p36">
            <a:extLst>
              <a:ext uri="{FF2B5EF4-FFF2-40B4-BE49-F238E27FC236}">
                <a16:creationId xmlns:a16="http://schemas.microsoft.com/office/drawing/2014/main" id="{4970FF16-3A8A-72D3-4E73-3D37E03CDC3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47505" y="6385223"/>
            <a:ext cx="662421" cy="24231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885;p53">
            <a:extLst>
              <a:ext uri="{FF2B5EF4-FFF2-40B4-BE49-F238E27FC236}">
                <a16:creationId xmlns:a16="http://schemas.microsoft.com/office/drawing/2014/main" id="{E2BB6D4E-545F-5F47-FE09-E46251C16F6C}"/>
              </a:ext>
            </a:extLst>
          </p:cNvPr>
          <p:cNvSpPr txBox="1"/>
          <p:nvPr/>
        </p:nvSpPr>
        <p:spPr>
          <a:xfrm>
            <a:off x="274588" y="5201278"/>
            <a:ext cx="3655381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500" b="1">
                <a:solidFill>
                  <a:srgbClr val="09165C"/>
                </a:solidFill>
                <a:latin typeface="Figtree"/>
                <a:ea typeface="Figtree"/>
                <a:cs typeface="Figtree"/>
                <a:sym typeface="Figtree"/>
              </a:rPr>
              <a:t>Secure and Release Funds Upon Confirmation Of Ownership Transfer</a:t>
            </a:r>
            <a:endParaRPr lang="en-US" sz="1500" b="1">
              <a:solidFill>
                <a:srgbClr val="09165C"/>
              </a:solidFill>
              <a:latin typeface="Figtree"/>
              <a:ea typeface="Figtree"/>
              <a:cs typeface="Figtree"/>
              <a:sym typeface="Calibri"/>
            </a:endParaRPr>
          </a:p>
        </p:txBody>
      </p:sp>
      <p:pic>
        <p:nvPicPr>
          <p:cNvPr id="9" name="Google Shape;287;p36">
            <a:extLst>
              <a:ext uri="{FF2B5EF4-FFF2-40B4-BE49-F238E27FC236}">
                <a16:creationId xmlns:a16="http://schemas.microsoft.com/office/drawing/2014/main" id="{68CCD65F-B523-99E6-279D-BD6AD51DB0C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37208" y="4340785"/>
            <a:ext cx="743919" cy="734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285;p36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49E91DA2-4AEB-1F5D-F3BB-3A656988CBC6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2447" y="4578766"/>
            <a:ext cx="2008410" cy="39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890;p53">
            <a:extLst>
              <a:ext uri="{FF2B5EF4-FFF2-40B4-BE49-F238E27FC236}">
                <a16:creationId xmlns:a16="http://schemas.microsoft.com/office/drawing/2014/main" id="{27FC2934-7AB1-9842-A50A-607BF0F216DA}"/>
              </a:ext>
            </a:extLst>
          </p:cNvPr>
          <p:cNvSpPr txBox="1"/>
          <p:nvPr/>
        </p:nvSpPr>
        <p:spPr>
          <a:xfrm>
            <a:off x="9491953" y="5033987"/>
            <a:ext cx="2831700" cy="43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47980"/>
              </a:lnSpc>
            </a:pPr>
            <a:r>
              <a:rPr lang="en-US" sz="1500" b="1">
                <a:solidFill>
                  <a:srgbClr val="002060"/>
                </a:solidFill>
                <a:latin typeface="Figtree"/>
                <a:ea typeface="Figtree"/>
                <a:cs typeface="Figtree"/>
                <a:sym typeface="Figtree"/>
              </a:rPr>
              <a:t>Payment Gateway </a:t>
            </a:r>
            <a:endParaRPr lang="en-US" sz="1500" b="1">
              <a:solidFill>
                <a:srgbClr val="002060"/>
              </a:solidFill>
              <a:latin typeface="Figtree"/>
              <a:ea typeface="Figtree"/>
              <a:cs typeface="Figtree"/>
              <a:sym typeface="Poppin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23318CF-408C-5074-FB90-CBD5E602F4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81438" y="1230484"/>
            <a:ext cx="952381" cy="95238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8AE4033-86F8-8A47-3528-FAF651FDB44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47343" y="1514426"/>
            <a:ext cx="1659189" cy="48371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60ED22E-DA10-BB1E-6A4B-7465E3DB999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20213"/>
          <a:stretch/>
        </p:blipFill>
        <p:spPr>
          <a:xfrm>
            <a:off x="599003" y="4501712"/>
            <a:ext cx="1620791" cy="41264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2B87C80-A9A8-E465-278B-56231EFDF60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19608" y="5584005"/>
            <a:ext cx="1879600" cy="723900"/>
          </a:xfrm>
          <a:prstGeom prst="rect">
            <a:avLst/>
          </a:prstGeom>
        </p:spPr>
      </p:pic>
      <p:sp>
        <p:nvSpPr>
          <p:cNvPr id="23" name="Google Shape;890;p53">
            <a:extLst>
              <a:ext uri="{FF2B5EF4-FFF2-40B4-BE49-F238E27FC236}">
                <a16:creationId xmlns:a16="http://schemas.microsoft.com/office/drawing/2014/main" id="{9D6E57A0-8575-BCEA-2395-AFC38582F65A}"/>
              </a:ext>
            </a:extLst>
          </p:cNvPr>
          <p:cNvSpPr txBox="1"/>
          <p:nvPr/>
        </p:nvSpPr>
        <p:spPr>
          <a:xfrm>
            <a:off x="4643558" y="6307905"/>
            <a:ext cx="2831700" cy="43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147980"/>
              </a:lnSpc>
            </a:pPr>
            <a:r>
              <a:rPr lang="en-US" sz="1500" b="1">
                <a:solidFill>
                  <a:srgbClr val="002060"/>
                </a:solidFill>
                <a:latin typeface="Figtree"/>
                <a:ea typeface="Figtree"/>
                <a:cs typeface="Figtree"/>
                <a:sym typeface="Figtree"/>
              </a:rPr>
              <a:t>Hosted </a:t>
            </a:r>
            <a:endParaRPr lang="en-US" sz="1500" b="1">
              <a:solidFill>
                <a:srgbClr val="002060"/>
              </a:solidFill>
              <a:latin typeface="Figtree"/>
              <a:ea typeface="Figtree"/>
              <a:cs typeface="Figtree"/>
              <a:sym typeface="Poppins"/>
            </a:endParaRP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088A86C2-8BBB-9807-41C6-2B9298E6148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43558" y="153148"/>
            <a:ext cx="2260600" cy="673100"/>
          </a:xfrm>
          <a:prstGeom prst="rect">
            <a:avLst/>
          </a:prstGeom>
        </p:spPr>
      </p:pic>
      <p:sp>
        <p:nvSpPr>
          <p:cNvPr id="26" name="Google Shape;890;p53">
            <a:extLst>
              <a:ext uri="{FF2B5EF4-FFF2-40B4-BE49-F238E27FC236}">
                <a16:creationId xmlns:a16="http://schemas.microsoft.com/office/drawing/2014/main" id="{E16A209C-F8F2-D0C7-ECF9-DC64FC2D6D77}"/>
              </a:ext>
            </a:extLst>
          </p:cNvPr>
          <p:cNvSpPr txBox="1"/>
          <p:nvPr/>
        </p:nvSpPr>
        <p:spPr>
          <a:xfrm>
            <a:off x="4524042" y="628919"/>
            <a:ext cx="2831700" cy="43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147980"/>
              </a:lnSpc>
            </a:pPr>
            <a:r>
              <a:rPr lang="en-US" sz="1500" b="1">
                <a:solidFill>
                  <a:srgbClr val="002060"/>
                </a:solidFill>
                <a:latin typeface="Figtree"/>
                <a:ea typeface="Figtree"/>
                <a:cs typeface="Figtree"/>
                <a:sym typeface="Figtree"/>
              </a:rPr>
              <a:t>Tested </a:t>
            </a:r>
            <a:endParaRPr lang="en-US" sz="1500" b="1">
              <a:solidFill>
                <a:srgbClr val="002060"/>
              </a:solidFill>
              <a:latin typeface="Figtree"/>
              <a:ea typeface="Figtree"/>
              <a:cs typeface="Figtree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919677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1" grpId="0"/>
      <p:bldP spid="890" grpId="0"/>
      <p:bldP spid="6" grpId="0"/>
      <p:bldP spid="17" grpId="0"/>
      <p:bldP spid="23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>
          <a:extLst>
            <a:ext uri="{FF2B5EF4-FFF2-40B4-BE49-F238E27FC236}">
              <a16:creationId xmlns:a16="http://schemas.microsoft.com/office/drawing/2014/main" id="{FE67BFE6-FDB2-DF82-9467-4EF0CCAB7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7">
            <a:extLst>
              <a:ext uri="{FF2B5EF4-FFF2-40B4-BE49-F238E27FC236}">
                <a16:creationId xmlns:a16="http://schemas.microsoft.com/office/drawing/2014/main" id="{7509D532-2EE1-0D60-475A-0E2B7AF1D0C2}"/>
              </a:ext>
            </a:extLst>
          </p:cNvPr>
          <p:cNvSpPr/>
          <p:nvPr/>
        </p:nvSpPr>
        <p:spPr>
          <a:xfrm>
            <a:off x="1475330" y="756518"/>
            <a:ext cx="1474892" cy="615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25" tIns="27700" rIns="55425" bIns="27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26">
                <a:solidFill>
                  <a:srgbClr val="0AAFBD"/>
                </a:solidFill>
                <a:latin typeface="Figtree"/>
                <a:ea typeface="Figtree"/>
                <a:cs typeface="Figtree"/>
                <a:sym typeface="Figtree"/>
              </a:rPr>
              <a:t>Request</a:t>
            </a:r>
            <a:endParaRPr sz="2426">
              <a:solidFill>
                <a:srgbClr val="0AAFBD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AAFBD"/>
                </a:solidFill>
                <a:latin typeface="Figtree"/>
                <a:ea typeface="Figtree"/>
                <a:cs typeface="Figtree"/>
                <a:sym typeface="Figtree"/>
              </a:rPr>
              <a:t>By Seller</a:t>
            </a:r>
            <a:endParaRPr/>
          </a:p>
        </p:txBody>
      </p:sp>
      <p:sp>
        <p:nvSpPr>
          <p:cNvPr id="301" name="Google Shape;301;p37">
            <a:extLst>
              <a:ext uri="{FF2B5EF4-FFF2-40B4-BE49-F238E27FC236}">
                <a16:creationId xmlns:a16="http://schemas.microsoft.com/office/drawing/2014/main" id="{22BE5B50-730D-862B-49B0-F94AC56788E6}"/>
              </a:ext>
            </a:extLst>
          </p:cNvPr>
          <p:cNvSpPr/>
          <p:nvPr/>
        </p:nvSpPr>
        <p:spPr>
          <a:xfrm>
            <a:off x="4407473" y="756517"/>
            <a:ext cx="1255156" cy="615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25" tIns="27700" rIns="55425" bIns="27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26">
                <a:solidFill>
                  <a:srgbClr val="09165C"/>
                </a:solidFill>
                <a:latin typeface="Figtree"/>
                <a:ea typeface="Figtree"/>
                <a:cs typeface="Figtree"/>
                <a:sym typeface="Figtree"/>
              </a:rPr>
              <a:t>Validate</a:t>
            </a:r>
            <a:endParaRPr sz="2426">
              <a:solidFill>
                <a:srgbClr val="09165C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13">
                <a:solidFill>
                  <a:srgbClr val="09165C"/>
                </a:solidFill>
                <a:latin typeface="Figtree"/>
                <a:ea typeface="Figtree"/>
                <a:cs typeface="Figtree"/>
                <a:sym typeface="Figtree"/>
              </a:rPr>
              <a:t>By eDamana</a:t>
            </a:r>
            <a:endParaRPr/>
          </a:p>
        </p:txBody>
      </p:sp>
      <p:sp>
        <p:nvSpPr>
          <p:cNvPr id="302" name="Google Shape;302;p37">
            <a:extLst>
              <a:ext uri="{FF2B5EF4-FFF2-40B4-BE49-F238E27FC236}">
                <a16:creationId xmlns:a16="http://schemas.microsoft.com/office/drawing/2014/main" id="{5DFAD58A-6647-194B-AE03-486BE047A446}"/>
              </a:ext>
            </a:extLst>
          </p:cNvPr>
          <p:cNvSpPr/>
          <p:nvPr/>
        </p:nvSpPr>
        <p:spPr>
          <a:xfrm>
            <a:off x="987456" y="815875"/>
            <a:ext cx="493061" cy="499692"/>
          </a:xfrm>
          <a:prstGeom prst="ellipse">
            <a:avLst/>
          </a:prstGeom>
          <a:solidFill>
            <a:srgbClr val="0AAFBD"/>
          </a:solidFill>
          <a:ln w="12700" cap="flat" cmpd="sng">
            <a:solidFill>
              <a:srgbClr val="0AAFB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1</a:t>
            </a:r>
            <a:endParaRPr sz="180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03" name="Google Shape;303;p37">
            <a:extLst>
              <a:ext uri="{FF2B5EF4-FFF2-40B4-BE49-F238E27FC236}">
                <a16:creationId xmlns:a16="http://schemas.microsoft.com/office/drawing/2014/main" id="{F68DD886-6A44-3431-56A1-7DBCEF22EF09}"/>
              </a:ext>
            </a:extLst>
          </p:cNvPr>
          <p:cNvSpPr/>
          <p:nvPr/>
        </p:nvSpPr>
        <p:spPr>
          <a:xfrm>
            <a:off x="6978904" y="728880"/>
            <a:ext cx="1520590" cy="615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25" tIns="27700" rIns="55425" bIns="27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26">
                <a:solidFill>
                  <a:srgbClr val="0080C3"/>
                </a:solidFill>
                <a:latin typeface="Figtree"/>
                <a:ea typeface="Figtree"/>
                <a:cs typeface="Figtree"/>
                <a:sym typeface="Figtree"/>
              </a:rPr>
              <a:t>Payment</a:t>
            </a:r>
            <a:endParaRPr sz="2426">
              <a:solidFill>
                <a:srgbClr val="0080C3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13">
                <a:solidFill>
                  <a:srgbClr val="0080C3"/>
                </a:solidFill>
                <a:latin typeface="Figtree"/>
                <a:ea typeface="Figtree"/>
                <a:cs typeface="Figtree"/>
                <a:sym typeface="Figtree"/>
              </a:rPr>
              <a:t>By Buyer</a:t>
            </a:r>
            <a:endParaRPr/>
          </a:p>
        </p:txBody>
      </p:sp>
      <p:sp>
        <p:nvSpPr>
          <p:cNvPr id="304" name="Google Shape;304;p37">
            <a:extLst>
              <a:ext uri="{FF2B5EF4-FFF2-40B4-BE49-F238E27FC236}">
                <a16:creationId xmlns:a16="http://schemas.microsoft.com/office/drawing/2014/main" id="{49674D2D-B1FB-1169-3D8C-52E33BFEE8AE}"/>
              </a:ext>
            </a:extLst>
          </p:cNvPr>
          <p:cNvSpPr/>
          <p:nvPr/>
        </p:nvSpPr>
        <p:spPr>
          <a:xfrm>
            <a:off x="9815769" y="689512"/>
            <a:ext cx="1188205" cy="615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25" tIns="27700" rIns="55425" bIns="27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26">
                <a:solidFill>
                  <a:srgbClr val="0AAFBD"/>
                </a:solidFill>
                <a:latin typeface="Figtree"/>
                <a:ea typeface="Figtree"/>
                <a:cs typeface="Figtree"/>
                <a:sym typeface="Figtree"/>
              </a:rPr>
              <a:t>Release</a:t>
            </a:r>
            <a:endParaRPr sz="2426">
              <a:solidFill>
                <a:srgbClr val="0AAFBD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13">
                <a:solidFill>
                  <a:srgbClr val="0AAFBD"/>
                </a:solidFill>
                <a:latin typeface="Figtree"/>
                <a:ea typeface="Figtree"/>
                <a:cs typeface="Figtree"/>
                <a:sym typeface="Figtree"/>
              </a:rPr>
              <a:t>By Seller</a:t>
            </a:r>
            <a:endParaRPr/>
          </a:p>
        </p:txBody>
      </p:sp>
      <p:grpSp>
        <p:nvGrpSpPr>
          <p:cNvPr id="305" name="Google Shape;305;p37">
            <a:extLst>
              <a:ext uri="{FF2B5EF4-FFF2-40B4-BE49-F238E27FC236}">
                <a16:creationId xmlns:a16="http://schemas.microsoft.com/office/drawing/2014/main" id="{2EE933EE-5E62-291A-D348-0E80B6A36752}"/>
              </a:ext>
            </a:extLst>
          </p:cNvPr>
          <p:cNvGrpSpPr/>
          <p:nvPr/>
        </p:nvGrpSpPr>
        <p:grpSpPr>
          <a:xfrm>
            <a:off x="382002" y="6348167"/>
            <a:ext cx="278061" cy="316428"/>
            <a:chOff x="629904" y="10452384"/>
            <a:chExt cx="458510" cy="521777"/>
          </a:xfrm>
        </p:grpSpPr>
        <p:sp>
          <p:nvSpPr>
            <p:cNvPr id="306" name="Google Shape;306;p37">
              <a:extLst>
                <a:ext uri="{FF2B5EF4-FFF2-40B4-BE49-F238E27FC236}">
                  <a16:creationId xmlns:a16="http://schemas.microsoft.com/office/drawing/2014/main" id="{B7C290E1-144C-F52E-D07E-E3843A2214FB}"/>
                </a:ext>
              </a:extLst>
            </p:cNvPr>
            <p:cNvSpPr/>
            <p:nvPr/>
          </p:nvSpPr>
          <p:spPr>
            <a:xfrm>
              <a:off x="876960" y="10452384"/>
              <a:ext cx="211454" cy="412115"/>
            </a:xfrm>
            <a:custGeom>
              <a:avLst/>
              <a:gdLst/>
              <a:ahLst/>
              <a:cxnLst/>
              <a:rect l="l" t="t" r="r" b="b"/>
              <a:pathLst>
                <a:path w="211455" h="412115" extrusionOk="0">
                  <a:moveTo>
                    <a:pt x="179305" y="0"/>
                  </a:moveTo>
                  <a:lnTo>
                    <a:pt x="0" y="0"/>
                  </a:lnTo>
                  <a:lnTo>
                    <a:pt x="0" y="63896"/>
                  </a:lnTo>
                  <a:lnTo>
                    <a:pt x="102027" y="63896"/>
                  </a:lnTo>
                  <a:lnTo>
                    <a:pt x="0" y="165734"/>
                  </a:lnTo>
                  <a:lnTo>
                    <a:pt x="0" y="411773"/>
                  </a:lnTo>
                  <a:lnTo>
                    <a:pt x="19203" y="399886"/>
                  </a:lnTo>
                  <a:lnTo>
                    <a:pt x="36260" y="387846"/>
                  </a:lnTo>
                  <a:lnTo>
                    <a:pt x="51292" y="375764"/>
                  </a:lnTo>
                  <a:lnTo>
                    <a:pt x="64420" y="363747"/>
                  </a:lnTo>
                  <a:lnTo>
                    <a:pt x="64420" y="191709"/>
                  </a:lnTo>
                  <a:lnTo>
                    <a:pt x="147222" y="109065"/>
                  </a:lnTo>
                  <a:lnTo>
                    <a:pt x="147222" y="210306"/>
                  </a:lnTo>
                  <a:lnTo>
                    <a:pt x="211119" y="210306"/>
                  </a:lnTo>
                  <a:lnTo>
                    <a:pt x="211119" y="31814"/>
                  </a:lnTo>
                  <a:lnTo>
                    <a:pt x="208618" y="19428"/>
                  </a:lnTo>
                  <a:lnTo>
                    <a:pt x="201800" y="9316"/>
                  </a:lnTo>
                  <a:lnTo>
                    <a:pt x="191687" y="2499"/>
                  </a:lnTo>
                  <a:lnTo>
                    <a:pt x="179305" y="0"/>
                  </a:lnTo>
                  <a:close/>
                </a:path>
              </a:pathLst>
            </a:custGeom>
            <a:solidFill>
              <a:srgbClr val="00B3B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37">
              <a:extLst>
                <a:ext uri="{FF2B5EF4-FFF2-40B4-BE49-F238E27FC236}">
                  <a16:creationId xmlns:a16="http://schemas.microsoft.com/office/drawing/2014/main" id="{E95AFA84-B814-196D-0238-FC7812D795C8}"/>
                </a:ext>
              </a:extLst>
            </p:cNvPr>
            <p:cNvSpPr/>
            <p:nvPr/>
          </p:nvSpPr>
          <p:spPr>
            <a:xfrm>
              <a:off x="629904" y="10694126"/>
              <a:ext cx="458470" cy="280035"/>
            </a:xfrm>
            <a:custGeom>
              <a:avLst/>
              <a:gdLst/>
              <a:ahLst/>
              <a:cxnLst/>
              <a:rect l="l" t="t" r="r" b="b"/>
              <a:pathLst>
                <a:path w="458470" h="280034" extrusionOk="0">
                  <a:moveTo>
                    <a:pt x="458174" y="0"/>
                  </a:moveTo>
                  <a:lnTo>
                    <a:pt x="394185" y="0"/>
                  </a:lnTo>
                  <a:lnTo>
                    <a:pt x="394185" y="25195"/>
                  </a:lnTo>
                  <a:lnTo>
                    <a:pt x="392362" y="36907"/>
                  </a:lnTo>
                  <a:lnTo>
                    <a:pt x="368859" y="93248"/>
                  </a:lnTo>
                  <a:lnTo>
                    <a:pt x="339863" y="131168"/>
                  </a:lnTo>
                  <a:lnTo>
                    <a:pt x="294492" y="171113"/>
                  </a:lnTo>
                  <a:lnTo>
                    <a:pt x="229087" y="209730"/>
                  </a:lnTo>
                  <a:lnTo>
                    <a:pt x="163274" y="170818"/>
                  </a:lnTo>
                  <a:lnTo>
                    <a:pt x="117768" y="130593"/>
                  </a:lnTo>
                  <a:lnTo>
                    <a:pt x="88827" y="92494"/>
                  </a:lnTo>
                  <a:lnTo>
                    <a:pt x="65678" y="36425"/>
                  </a:lnTo>
                  <a:lnTo>
                    <a:pt x="63988" y="25333"/>
                  </a:lnTo>
                  <a:lnTo>
                    <a:pt x="63988" y="0"/>
                  </a:lnTo>
                  <a:lnTo>
                    <a:pt x="0" y="0"/>
                  </a:lnTo>
                  <a:lnTo>
                    <a:pt x="0" y="27266"/>
                  </a:lnTo>
                  <a:lnTo>
                    <a:pt x="804" y="35854"/>
                  </a:lnTo>
                  <a:lnTo>
                    <a:pt x="13538" y="83613"/>
                  </a:lnTo>
                  <a:lnTo>
                    <a:pt x="30000" y="118189"/>
                  </a:lnTo>
                  <a:lnTo>
                    <a:pt x="56215" y="156833"/>
                  </a:lnTo>
                  <a:lnTo>
                    <a:pt x="94449" y="197247"/>
                  </a:lnTo>
                  <a:lnTo>
                    <a:pt x="146968" y="237134"/>
                  </a:lnTo>
                  <a:lnTo>
                    <a:pt x="216040" y="274196"/>
                  </a:lnTo>
                  <a:lnTo>
                    <a:pt x="229087" y="280022"/>
                  </a:lnTo>
                  <a:lnTo>
                    <a:pt x="242133" y="274196"/>
                  </a:lnTo>
                  <a:lnTo>
                    <a:pt x="311205" y="237134"/>
                  </a:lnTo>
                  <a:lnTo>
                    <a:pt x="363724" y="197247"/>
                  </a:lnTo>
                  <a:lnTo>
                    <a:pt x="401958" y="156833"/>
                  </a:lnTo>
                  <a:lnTo>
                    <a:pt x="428173" y="118189"/>
                  </a:lnTo>
                  <a:lnTo>
                    <a:pt x="444636" y="83613"/>
                  </a:lnTo>
                  <a:lnTo>
                    <a:pt x="457369" y="35854"/>
                  </a:lnTo>
                  <a:lnTo>
                    <a:pt x="458174" y="27266"/>
                  </a:lnTo>
                  <a:lnTo>
                    <a:pt x="458174" y="0"/>
                  </a:lnTo>
                  <a:close/>
                </a:path>
              </a:pathLst>
            </a:custGeom>
            <a:solidFill>
              <a:srgbClr val="08155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37">
              <a:extLst>
                <a:ext uri="{FF2B5EF4-FFF2-40B4-BE49-F238E27FC236}">
                  <a16:creationId xmlns:a16="http://schemas.microsoft.com/office/drawing/2014/main" id="{109DCC79-4230-9A79-EFC5-B75C9129CEAE}"/>
                </a:ext>
              </a:extLst>
            </p:cNvPr>
            <p:cNvSpPr/>
            <p:nvPr/>
          </p:nvSpPr>
          <p:spPr>
            <a:xfrm>
              <a:off x="629904" y="10452384"/>
              <a:ext cx="211454" cy="412115"/>
            </a:xfrm>
            <a:custGeom>
              <a:avLst/>
              <a:gdLst/>
              <a:ahLst/>
              <a:cxnLst/>
              <a:rect l="l" t="t" r="r" b="b"/>
              <a:pathLst>
                <a:path w="211455" h="412115" extrusionOk="0">
                  <a:moveTo>
                    <a:pt x="211348" y="0"/>
                  </a:moveTo>
                  <a:lnTo>
                    <a:pt x="31814" y="0"/>
                  </a:lnTo>
                  <a:lnTo>
                    <a:pt x="19431" y="2499"/>
                  </a:lnTo>
                  <a:lnTo>
                    <a:pt x="9318" y="9316"/>
                  </a:lnTo>
                  <a:lnTo>
                    <a:pt x="2500" y="19428"/>
                  </a:lnTo>
                  <a:lnTo>
                    <a:pt x="0" y="31814"/>
                  </a:lnTo>
                  <a:lnTo>
                    <a:pt x="0" y="210306"/>
                  </a:lnTo>
                  <a:lnTo>
                    <a:pt x="63896" y="210306"/>
                  </a:lnTo>
                  <a:lnTo>
                    <a:pt x="63896" y="109065"/>
                  </a:lnTo>
                  <a:lnTo>
                    <a:pt x="146921" y="191932"/>
                  </a:lnTo>
                  <a:lnTo>
                    <a:pt x="146921" y="364121"/>
                  </a:lnTo>
                  <a:lnTo>
                    <a:pt x="192154" y="400076"/>
                  </a:lnTo>
                  <a:lnTo>
                    <a:pt x="211348" y="411911"/>
                  </a:lnTo>
                  <a:lnTo>
                    <a:pt x="211348" y="165957"/>
                  </a:lnTo>
                  <a:lnTo>
                    <a:pt x="109091" y="63896"/>
                  </a:lnTo>
                  <a:lnTo>
                    <a:pt x="211348" y="63896"/>
                  </a:lnTo>
                  <a:lnTo>
                    <a:pt x="211348" y="0"/>
                  </a:lnTo>
                  <a:close/>
                </a:path>
              </a:pathLst>
            </a:custGeom>
            <a:solidFill>
              <a:srgbClr val="007A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9" name="Google Shape;309;p37">
            <a:extLst>
              <a:ext uri="{FF2B5EF4-FFF2-40B4-BE49-F238E27FC236}">
                <a16:creationId xmlns:a16="http://schemas.microsoft.com/office/drawing/2014/main" id="{D9071FFE-AAFC-A21A-075F-E5832A2C462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47505" y="6385223"/>
            <a:ext cx="662421" cy="242312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7">
            <a:extLst>
              <a:ext uri="{FF2B5EF4-FFF2-40B4-BE49-F238E27FC236}">
                <a16:creationId xmlns:a16="http://schemas.microsoft.com/office/drawing/2014/main" id="{8563CE6E-5A3A-3FF5-83C9-109DB2E5B3DF}"/>
              </a:ext>
            </a:extLst>
          </p:cNvPr>
          <p:cNvSpPr/>
          <p:nvPr/>
        </p:nvSpPr>
        <p:spPr>
          <a:xfrm>
            <a:off x="3816454" y="814637"/>
            <a:ext cx="493061" cy="499692"/>
          </a:xfrm>
          <a:prstGeom prst="ellipse">
            <a:avLst/>
          </a:prstGeom>
          <a:solidFill>
            <a:srgbClr val="09165C"/>
          </a:solidFill>
          <a:ln w="12700" cap="flat" cmpd="sng">
            <a:solidFill>
              <a:srgbClr val="09165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2</a:t>
            </a:r>
            <a:endParaRPr sz="180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11" name="Google Shape;311;p37">
            <a:extLst>
              <a:ext uri="{FF2B5EF4-FFF2-40B4-BE49-F238E27FC236}">
                <a16:creationId xmlns:a16="http://schemas.microsoft.com/office/drawing/2014/main" id="{AE3CC527-42FC-4192-B9DC-8E6E17BBB512}"/>
              </a:ext>
            </a:extLst>
          </p:cNvPr>
          <p:cNvSpPr/>
          <p:nvPr/>
        </p:nvSpPr>
        <p:spPr>
          <a:xfrm>
            <a:off x="6501596" y="815149"/>
            <a:ext cx="493061" cy="499692"/>
          </a:xfrm>
          <a:prstGeom prst="ellipse">
            <a:avLst/>
          </a:prstGeom>
          <a:solidFill>
            <a:srgbClr val="0080C4"/>
          </a:solidFill>
          <a:ln w="12700" cap="flat" cmpd="sng">
            <a:solidFill>
              <a:srgbClr val="0080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3</a:t>
            </a:r>
            <a:endParaRPr sz="180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12" name="Google Shape;312;p37">
            <a:extLst>
              <a:ext uri="{FF2B5EF4-FFF2-40B4-BE49-F238E27FC236}">
                <a16:creationId xmlns:a16="http://schemas.microsoft.com/office/drawing/2014/main" id="{26383C25-466D-6E96-12FA-E15D652372C6}"/>
              </a:ext>
            </a:extLst>
          </p:cNvPr>
          <p:cNvSpPr/>
          <p:nvPr/>
        </p:nvSpPr>
        <p:spPr>
          <a:xfrm>
            <a:off x="9322708" y="786999"/>
            <a:ext cx="493061" cy="499692"/>
          </a:xfrm>
          <a:prstGeom prst="ellipse">
            <a:avLst/>
          </a:prstGeom>
          <a:solidFill>
            <a:srgbClr val="0AAFBD"/>
          </a:solidFill>
          <a:ln w="12700" cap="flat" cmpd="sng">
            <a:solidFill>
              <a:srgbClr val="0AAFB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4</a:t>
            </a:r>
            <a:endParaRPr sz="180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313" name="Google Shape;313;p37">
            <a:extLst>
              <a:ext uri="{FF2B5EF4-FFF2-40B4-BE49-F238E27FC236}">
                <a16:creationId xmlns:a16="http://schemas.microsoft.com/office/drawing/2014/main" id="{08E85F23-939C-8CC5-BA1E-1444A9427D4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5872" y="1439808"/>
            <a:ext cx="2468880" cy="48508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7">
            <a:extLst>
              <a:ext uri="{FF2B5EF4-FFF2-40B4-BE49-F238E27FC236}">
                <a16:creationId xmlns:a16="http://schemas.microsoft.com/office/drawing/2014/main" id="{F8A8738E-10A8-9B98-0DF1-BA219CA572B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29271" y="1417385"/>
            <a:ext cx="2468880" cy="4873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7">
            <a:extLst>
              <a:ext uri="{FF2B5EF4-FFF2-40B4-BE49-F238E27FC236}">
                <a16:creationId xmlns:a16="http://schemas.microsoft.com/office/drawing/2014/main" id="{6DD8132B-8841-0046-293C-1DCE063F085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6679" r="3487"/>
          <a:stretch/>
        </p:blipFill>
        <p:spPr>
          <a:xfrm>
            <a:off x="6272347" y="1351623"/>
            <a:ext cx="2468880" cy="50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37">
            <a:extLst>
              <a:ext uri="{FF2B5EF4-FFF2-40B4-BE49-F238E27FC236}">
                <a16:creationId xmlns:a16="http://schemas.microsoft.com/office/drawing/2014/main" id="{90570A34-3DB4-691B-501E-3BD1D9CA944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91292" y="1351623"/>
            <a:ext cx="2468880" cy="49496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14;p32">
            <a:extLst>
              <a:ext uri="{FF2B5EF4-FFF2-40B4-BE49-F238E27FC236}">
                <a16:creationId xmlns:a16="http://schemas.microsoft.com/office/drawing/2014/main" id="{6456D841-2161-C6D6-EDDD-BFA1E886FC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312" y="98129"/>
            <a:ext cx="10515600" cy="646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25" tIns="27700" rIns="55425" bIns="27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165C"/>
              </a:buClr>
              <a:buSzPts val="5900"/>
              <a:buFont typeface="Figtree"/>
              <a:buNone/>
            </a:pPr>
            <a:r>
              <a:rPr lang="en-US" sz="4000" b="1">
                <a:solidFill>
                  <a:srgbClr val="09165C"/>
                </a:solidFill>
                <a:latin typeface="Figtree"/>
                <a:ea typeface="Figtree"/>
                <a:cs typeface="Figtree"/>
                <a:sym typeface="Figtree"/>
              </a:rPr>
              <a:t>How It Works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73260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" grpId="0"/>
      <p:bldP spid="301" grpId="0"/>
      <p:bldP spid="302" grpId="0" animBg="1"/>
      <p:bldP spid="303" grpId="0"/>
      <p:bldP spid="304" grpId="0"/>
      <p:bldP spid="310" grpId="0" animBg="1"/>
      <p:bldP spid="311" grpId="0" animBg="1"/>
      <p:bldP spid="3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6DD6A-88E4-C670-3AEE-00D9E2448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DACFFB7-AF29-9FC7-6B06-60F5E5E653D0}"/>
              </a:ext>
            </a:extLst>
          </p:cNvPr>
          <p:cNvSpPr/>
          <p:nvPr/>
        </p:nvSpPr>
        <p:spPr>
          <a:xfrm>
            <a:off x="5696585" y="4569300"/>
            <a:ext cx="799455" cy="80007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84" h="1285">
                <a:moveTo>
                  <a:pt x="1284" y="643"/>
                </a:moveTo>
                <a:cubicBezTo>
                  <a:pt x="1284" y="997"/>
                  <a:pt x="997" y="1285"/>
                  <a:pt x="642" y="1285"/>
                </a:cubicBezTo>
                <a:cubicBezTo>
                  <a:pt x="287" y="1285"/>
                  <a:pt x="0" y="997"/>
                  <a:pt x="0" y="643"/>
                </a:cubicBezTo>
                <a:cubicBezTo>
                  <a:pt x="0" y="288"/>
                  <a:pt x="287" y="0"/>
                  <a:pt x="642" y="0"/>
                </a:cubicBezTo>
                <a:cubicBezTo>
                  <a:pt x="997" y="0"/>
                  <a:pt x="1284" y="288"/>
                  <a:pt x="1284" y="643"/>
                </a:cubicBezTo>
                <a:close/>
              </a:path>
            </a:pathLst>
          </a:custGeom>
          <a:solidFill>
            <a:schemeClr val="accent3"/>
          </a:solidFill>
          <a:ln cap="flat">
            <a:noFill/>
            <a:prstDash val="solid"/>
          </a:ln>
        </p:spPr>
        <p:txBody>
          <a:bodyPr vert="horz" wrap="none" lIns="45000" tIns="22500" rIns="45000" bIns="22500" anchor="ctr" anchorCtr="1" compatLnSpc="0"/>
          <a:lstStyle/>
          <a:p>
            <a:pPr hangingPunct="0"/>
            <a:endParaRPr lang="en-US" sz="900" kern="1200">
              <a:solidFill>
                <a:schemeClr val="bg1">
                  <a:lumMod val="65000"/>
                </a:schemeClr>
              </a:solidFill>
              <a:latin typeface="Figtree" pitchFamily="2" charset="0"/>
              <a:ea typeface="Microsoft YaHei" pitchFamily="2"/>
              <a:cs typeface="Lucida Sans" pitchFamily="2"/>
            </a:endParaRPr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DC6A07B8-0A0E-CDA1-A34B-9DEBB1128E22}"/>
              </a:ext>
            </a:extLst>
          </p:cNvPr>
          <p:cNvSpPr/>
          <p:nvPr/>
        </p:nvSpPr>
        <p:spPr>
          <a:xfrm>
            <a:off x="4061534" y="4755611"/>
            <a:ext cx="403779" cy="427455"/>
          </a:xfrm>
          <a:custGeom>
            <a:avLst/>
            <a:gdLst>
              <a:gd name="connsiteX0" fmla="*/ 185402 w 807557"/>
              <a:gd name="connsiteY0" fmla="*/ 784018 h 854910"/>
              <a:gd name="connsiteX1" fmla="*/ 180425 w 807557"/>
              <a:gd name="connsiteY1" fmla="*/ 822573 h 854910"/>
              <a:gd name="connsiteX2" fmla="*/ 180425 w 807557"/>
              <a:gd name="connsiteY2" fmla="*/ 831279 h 854910"/>
              <a:gd name="connsiteX3" fmla="*/ 182914 w 807557"/>
              <a:gd name="connsiteY3" fmla="*/ 832523 h 854910"/>
              <a:gd name="connsiteX4" fmla="*/ 569894 w 807557"/>
              <a:gd name="connsiteY4" fmla="*/ 832523 h 854910"/>
              <a:gd name="connsiteX5" fmla="*/ 572382 w 807557"/>
              <a:gd name="connsiteY5" fmla="*/ 831279 h 854910"/>
              <a:gd name="connsiteX6" fmla="*/ 572382 w 807557"/>
              <a:gd name="connsiteY6" fmla="*/ 822573 h 854910"/>
              <a:gd name="connsiteX7" fmla="*/ 567405 w 807557"/>
              <a:gd name="connsiteY7" fmla="*/ 784018 h 854910"/>
              <a:gd name="connsiteX8" fmla="*/ 340941 w 807557"/>
              <a:gd name="connsiteY8" fmla="*/ 660889 h 854910"/>
              <a:gd name="connsiteX9" fmla="*/ 191624 w 807557"/>
              <a:gd name="connsiteY9" fmla="*/ 761630 h 854910"/>
              <a:gd name="connsiteX10" fmla="*/ 559939 w 807557"/>
              <a:gd name="connsiteY10" fmla="*/ 761630 h 854910"/>
              <a:gd name="connsiteX11" fmla="*/ 411866 w 807557"/>
              <a:gd name="connsiteY11" fmla="*/ 660889 h 854910"/>
              <a:gd name="connsiteX12" fmla="*/ 377026 w 807557"/>
              <a:gd name="connsiteY12" fmla="*/ 257921 h 854910"/>
              <a:gd name="connsiteX13" fmla="*/ 340941 w 807557"/>
              <a:gd name="connsiteY13" fmla="*/ 293989 h 854910"/>
              <a:gd name="connsiteX14" fmla="*/ 377026 w 807557"/>
              <a:gd name="connsiteY14" fmla="*/ 330057 h 854910"/>
              <a:gd name="connsiteX15" fmla="*/ 411866 w 807557"/>
              <a:gd name="connsiteY15" fmla="*/ 293989 h 854910"/>
              <a:gd name="connsiteX16" fmla="*/ 377026 w 807557"/>
              <a:gd name="connsiteY16" fmla="*/ 257921 h 854910"/>
              <a:gd name="connsiteX17" fmla="*/ 377026 w 807557"/>
              <a:gd name="connsiteY17" fmla="*/ 235534 h 854910"/>
              <a:gd name="connsiteX18" fmla="*/ 435508 w 807557"/>
              <a:gd name="connsiteY18" fmla="*/ 293989 h 854910"/>
              <a:gd name="connsiteX19" fmla="*/ 386980 w 807557"/>
              <a:gd name="connsiteY19" fmla="*/ 351201 h 854910"/>
              <a:gd name="connsiteX20" fmla="*/ 386980 w 807557"/>
              <a:gd name="connsiteY20" fmla="*/ 638502 h 854910"/>
              <a:gd name="connsiteX21" fmla="*/ 411866 w 807557"/>
              <a:gd name="connsiteY21" fmla="*/ 638502 h 854910"/>
              <a:gd name="connsiteX22" fmla="*/ 594780 w 807557"/>
              <a:gd name="connsiteY22" fmla="*/ 822573 h 854910"/>
              <a:gd name="connsiteX23" fmla="*/ 594780 w 807557"/>
              <a:gd name="connsiteY23" fmla="*/ 831279 h 854910"/>
              <a:gd name="connsiteX24" fmla="*/ 594780 w 807557"/>
              <a:gd name="connsiteY24" fmla="*/ 832523 h 854910"/>
              <a:gd name="connsiteX25" fmla="*/ 795114 w 807557"/>
              <a:gd name="connsiteY25" fmla="*/ 832523 h 854910"/>
              <a:gd name="connsiteX26" fmla="*/ 807557 w 807557"/>
              <a:gd name="connsiteY26" fmla="*/ 843716 h 854910"/>
              <a:gd name="connsiteX27" fmla="*/ 795114 w 807557"/>
              <a:gd name="connsiteY27" fmla="*/ 854910 h 854910"/>
              <a:gd name="connsiteX28" fmla="*/ 569894 w 807557"/>
              <a:gd name="connsiteY28" fmla="*/ 854910 h 854910"/>
              <a:gd name="connsiteX29" fmla="*/ 182914 w 807557"/>
              <a:gd name="connsiteY29" fmla="*/ 854910 h 854910"/>
              <a:gd name="connsiteX30" fmla="*/ 11199 w 807557"/>
              <a:gd name="connsiteY30" fmla="*/ 854910 h 854910"/>
              <a:gd name="connsiteX31" fmla="*/ 0 w 807557"/>
              <a:gd name="connsiteY31" fmla="*/ 843716 h 854910"/>
              <a:gd name="connsiteX32" fmla="*/ 11199 w 807557"/>
              <a:gd name="connsiteY32" fmla="*/ 832523 h 854910"/>
              <a:gd name="connsiteX33" fmla="*/ 158028 w 807557"/>
              <a:gd name="connsiteY33" fmla="*/ 832523 h 854910"/>
              <a:gd name="connsiteX34" fmla="*/ 158028 w 807557"/>
              <a:gd name="connsiteY34" fmla="*/ 831279 h 854910"/>
              <a:gd name="connsiteX35" fmla="*/ 158028 w 807557"/>
              <a:gd name="connsiteY35" fmla="*/ 822573 h 854910"/>
              <a:gd name="connsiteX36" fmla="*/ 340941 w 807557"/>
              <a:gd name="connsiteY36" fmla="*/ 638502 h 854910"/>
              <a:gd name="connsiteX37" fmla="*/ 365827 w 807557"/>
              <a:gd name="connsiteY37" fmla="*/ 638502 h 854910"/>
              <a:gd name="connsiteX38" fmla="*/ 365827 w 807557"/>
              <a:gd name="connsiteY38" fmla="*/ 351201 h 854910"/>
              <a:gd name="connsiteX39" fmla="*/ 318543 w 807557"/>
              <a:gd name="connsiteY39" fmla="*/ 293989 h 854910"/>
              <a:gd name="connsiteX40" fmla="*/ 377026 w 807557"/>
              <a:gd name="connsiteY40" fmla="*/ 235534 h 854910"/>
              <a:gd name="connsiteX41" fmla="*/ 377509 w 807557"/>
              <a:gd name="connsiteY41" fmla="*/ 157022 h 854910"/>
              <a:gd name="connsiteX42" fmla="*/ 512197 w 807557"/>
              <a:gd name="connsiteY42" fmla="*/ 292955 h 854910"/>
              <a:gd name="connsiteX43" fmla="*/ 501076 w 807557"/>
              <a:gd name="connsiteY43" fmla="*/ 304077 h 854910"/>
              <a:gd name="connsiteX44" fmla="*/ 489955 w 807557"/>
              <a:gd name="connsiteY44" fmla="*/ 292955 h 854910"/>
              <a:gd name="connsiteX45" fmla="*/ 377509 w 807557"/>
              <a:gd name="connsiteY45" fmla="*/ 180501 h 854910"/>
              <a:gd name="connsiteX46" fmla="*/ 366388 w 807557"/>
              <a:gd name="connsiteY46" fmla="*/ 169380 h 854910"/>
              <a:gd name="connsiteX47" fmla="*/ 377509 w 807557"/>
              <a:gd name="connsiteY47" fmla="*/ 157022 h 854910"/>
              <a:gd name="connsiteX48" fmla="*/ 377541 w 807557"/>
              <a:gd name="connsiteY48" fmla="*/ 83498 h 854910"/>
              <a:gd name="connsiteX49" fmla="*/ 586971 w 807557"/>
              <a:gd name="connsiteY49" fmla="*/ 292928 h 854910"/>
              <a:gd name="connsiteX50" fmla="*/ 575818 w 807557"/>
              <a:gd name="connsiteY50" fmla="*/ 304081 h 854910"/>
              <a:gd name="connsiteX51" fmla="*/ 565904 w 807557"/>
              <a:gd name="connsiteY51" fmla="*/ 292928 h 854910"/>
              <a:gd name="connsiteX52" fmla="*/ 377541 w 807557"/>
              <a:gd name="connsiteY52" fmla="*/ 104565 h 854910"/>
              <a:gd name="connsiteX53" fmla="*/ 366388 w 807557"/>
              <a:gd name="connsiteY53" fmla="*/ 93412 h 854910"/>
              <a:gd name="connsiteX54" fmla="*/ 377541 w 807557"/>
              <a:gd name="connsiteY54" fmla="*/ 83498 h 854910"/>
              <a:gd name="connsiteX55" fmla="*/ 377558 w 807557"/>
              <a:gd name="connsiteY55" fmla="*/ 0 h 854910"/>
              <a:gd name="connsiteX56" fmla="*/ 671714 w 807557"/>
              <a:gd name="connsiteY56" fmla="*/ 295397 h 854910"/>
              <a:gd name="connsiteX57" fmla="*/ 661785 w 807557"/>
              <a:gd name="connsiteY57" fmla="*/ 305326 h 854910"/>
              <a:gd name="connsiteX58" fmla="*/ 650614 w 807557"/>
              <a:gd name="connsiteY58" fmla="*/ 295397 h 854910"/>
              <a:gd name="connsiteX59" fmla="*/ 377558 w 807557"/>
              <a:gd name="connsiteY59" fmla="*/ 22341 h 854910"/>
              <a:gd name="connsiteX60" fmla="*/ 366388 w 807557"/>
              <a:gd name="connsiteY60" fmla="*/ 11170 h 854910"/>
              <a:gd name="connsiteX61" fmla="*/ 377558 w 807557"/>
              <a:gd name="connsiteY61" fmla="*/ 0 h 854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807557" h="854910">
                <a:moveTo>
                  <a:pt x="185402" y="784018"/>
                </a:moveTo>
                <a:cubicBezTo>
                  <a:pt x="182914" y="795211"/>
                  <a:pt x="180425" y="808892"/>
                  <a:pt x="180425" y="822573"/>
                </a:cubicBezTo>
                <a:lnTo>
                  <a:pt x="180425" y="831279"/>
                </a:lnTo>
                <a:cubicBezTo>
                  <a:pt x="180425" y="831279"/>
                  <a:pt x="180425" y="832523"/>
                  <a:pt x="182914" y="832523"/>
                </a:cubicBezTo>
                <a:lnTo>
                  <a:pt x="569894" y="832523"/>
                </a:lnTo>
                <a:cubicBezTo>
                  <a:pt x="572382" y="832523"/>
                  <a:pt x="572382" y="831279"/>
                  <a:pt x="572382" y="831279"/>
                </a:cubicBezTo>
                <a:lnTo>
                  <a:pt x="572382" y="822573"/>
                </a:lnTo>
                <a:cubicBezTo>
                  <a:pt x="572382" y="808892"/>
                  <a:pt x="569894" y="795211"/>
                  <a:pt x="567405" y="784018"/>
                </a:cubicBezTo>
                <a:close/>
                <a:moveTo>
                  <a:pt x="340941" y="660889"/>
                </a:moveTo>
                <a:cubicBezTo>
                  <a:pt x="273748" y="660889"/>
                  <a:pt x="216510" y="703175"/>
                  <a:pt x="191624" y="761630"/>
                </a:cubicBezTo>
                <a:lnTo>
                  <a:pt x="559939" y="761630"/>
                </a:lnTo>
                <a:cubicBezTo>
                  <a:pt x="536298" y="703175"/>
                  <a:pt x="477815" y="660889"/>
                  <a:pt x="411866" y="660889"/>
                </a:cubicBezTo>
                <a:close/>
                <a:moveTo>
                  <a:pt x="377026" y="257921"/>
                </a:moveTo>
                <a:cubicBezTo>
                  <a:pt x="357117" y="257921"/>
                  <a:pt x="340941" y="274090"/>
                  <a:pt x="340941" y="293989"/>
                </a:cubicBezTo>
                <a:cubicBezTo>
                  <a:pt x="340941" y="313889"/>
                  <a:pt x="357117" y="330057"/>
                  <a:pt x="377026" y="330057"/>
                </a:cubicBezTo>
                <a:cubicBezTo>
                  <a:pt x="395690" y="330057"/>
                  <a:pt x="411866" y="313889"/>
                  <a:pt x="411866" y="293989"/>
                </a:cubicBezTo>
                <a:cubicBezTo>
                  <a:pt x="411866" y="274090"/>
                  <a:pt x="395690" y="257921"/>
                  <a:pt x="377026" y="257921"/>
                </a:cubicBezTo>
                <a:close/>
                <a:moveTo>
                  <a:pt x="377026" y="235534"/>
                </a:moveTo>
                <a:cubicBezTo>
                  <a:pt x="408134" y="235534"/>
                  <a:pt x="435508" y="261652"/>
                  <a:pt x="435508" y="293989"/>
                </a:cubicBezTo>
                <a:cubicBezTo>
                  <a:pt x="435508" y="322595"/>
                  <a:pt x="414355" y="344982"/>
                  <a:pt x="386980" y="351201"/>
                </a:cubicBezTo>
                <a:lnTo>
                  <a:pt x="386980" y="638502"/>
                </a:lnTo>
                <a:lnTo>
                  <a:pt x="411866" y="638502"/>
                </a:lnTo>
                <a:cubicBezTo>
                  <a:pt x="512656" y="638502"/>
                  <a:pt x="594780" y="721831"/>
                  <a:pt x="594780" y="822573"/>
                </a:cubicBezTo>
                <a:lnTo>
                  <a:pt x="594780" y="831279"/>
                </a:lnTo>
                <a:lnTo>
                  <a:pt x="594780" y="832523"/>
                </a:lnTo>
                <a:lnTo>
                  <a:pt x="795114" y="832523"/>
                </a:lnTo>
                <a:cubicBezTo>
                  <a:pt x="801335" y="832523"/>
                  <a:pt x="807557" y="837498"/>
                  <a:pt x="807557" y="843716"/>
                </a:cubicBezTo>
                <a:cubicBezTo>
                  <a:pt x="807557" y="849935"/>
                  <a:pt x="801335" y="854910"/>
                  <a:pt x="795114" y="854910"/>
                </a:cubicBezTo>
                <a:lnTo>
                  <a:pt x="569894" y="854910"/>
                </a:lnTo>
                <a:lnTo>
                  <a:pt x="182914" y="854910"/>
                </a:lnTo>
                <a:lnTo>
                  <a:pt x="11199" y="854910"/>
                </a:lnTo>
                <a:cubicBezTo>
                  <a:pt x="4977" y="854910"/>
                  <a:pt x="0" y="849935"/>
                  <a:pt x="0" y="843716"/>
                </a:cubicBezTo>
                <a:cubicBezTo>
                  <a:pt x="0" y="837498"/>
                  <a:pt x="4977" y="832523"/>
                  <a:pt x="11199" y="832523"/>
                </a:cubicBezTo>
                <a:lnTo>
                  <a:pt x="158028" y="832523"/>
                </a:lnTo>
                <a:lnTo>
                  <a:pt x="158028" y="831279"/>
                </a:lnTo>
                <a:lnTo>
                  <a:pt x="158028" y="822573"/>
                </a:lnTo>
                <a:cubicBezTo>
                  <a:pt x="158028" y="721831"/>
                  <a:pt x="240152" y="638502"/>
                  <a:pt x="340941" y="638502"/>
                </a:cubicBezTo>
                <a:lnTo>
                  <a:pt x="365827" y="638502"/>
                </a:lnTo>
                <a:lnTo>
                  <a:pt x="365827" y="351201"/>
                </a:lnTo>
                <a:cubicBezTo>
                  <a:pt x="338452" y="344982"/>
                  <a:pt x="318543" y="322595"/>
                  <a:pt x="318543" y="293989"/>
                </a:cubicBezTo>
                <a:cubicBezTo>
                  <a:pt x="318543" y="261652"/>
                  <a:pt x="344674" y="235534"/>
                  <a:pt x="377026" y="235534"/>
                </a:cubicBezTo>
                <a:close/>
                <a:moveTo>
                  <a:pt x="377509" y="157022"/>
                </a:moveTo>
                <a:cubicBezTo>
                  <a:pt x="451649" y="157022"/>
                  <a:pt x="512197" y="217574"/>
                  <a:pt x="512197" y="292955"/>
                </a:cubicBezTo>
                <a:cubicBezTo>
                  <a:pt x="512197" y="299134"/>
                  <a:pt x="507254" y="304077"/>
                  <a:pt x="501076" y="304077"/>
                </a:cubicBezTo>
                <a:cubicBezTo>
                  <a:pt x="494898" y="304077"/>
                  <a:pt x="489955" y="299134"/>
                  <a:pt x="489955" y="292955"/>
                </a:cubicBezTo>
                <a:cubicBezTo>
                  <a:pt x="489955" y="231167"/>
                  <a:pt x="439292" y="180501"/>
                  <a:pt x="377509" y="180501"/>
                </a:cubicBezTo>
                <a:cubicBezTo>
                  <a:pt x="371331" y="180501"/>
                  <a:pt x="366388" y="174323"/>
                  <a:pt x="366388" y="169380"/>
                </a:cubicBezTo>
                <a:cubicBezTo>
                  <a:pt x="366388" y="163201"/>
                  <a:pt x="371331" y="157022"/>
                  <a:pt x="377509" y="157022"/>
                </a:cubicBezTo>
                <a:close/>
                <a:moveTo>
                  <a:pt x="377541" y="83498"/>
                </a:moveTo>
                <a:cubicBezTo>
                  <a:pt x="492789" y="83498"/>
                  <a:pt x="586971" y="177680"/>
                  <a:pt x="586971" y="292928"/>
                </a:cubicBezTo>
                <a:cubicBezTo>
                  <a:pt x="586971" y="299124"/>
                  <a:pt x="582014" y="304081"/>
                  <a:pt x="575818" y="304081"/>
                </a:cubicBezTo>
                <a:cubicBezTo>
                  <a:pt x="569622" y="304081"/>
                  <a:pt x="565904" y="299124"/>
                  <a:pt x="565904" y="292928"/>
                </a:cubicBezTo>
                <a:cubicBezTo>
                  <a:pt x="565904" y="188833"/>
                  <a:pt x="480397" y="104565"/>
                  <a:pt x="377541" y="104565"/>
                </a:cubicBezTo>
                <a:cubicBezTo>
                  <a:pt x="371345" y="104565"/>
                  <a:pt x="366388" y="99608"/>
                  <a:pt x="366388" y="93412"/>
                </a:cubicBezTo>
                <a:cubicBezTo>
                  <a:pt x="366388" y="87216"/>
                  <a:pt x="371345" y="83498"/>
                  <a:pt x="377541" y="83498"/>
                </a:cubicBezTo>
                <a:close/>
                <a:moveTo>
                  <a:pt x="377558" y="0"/>
                </a:moveTo>
                <a:cubicBezTo>
                  <a:pt x="540151" y="0"/>
                  <a:pt x="671714" y="132804"/>
                  <a:pt x="671714" y="295397"/>
                </a:cubicBezTo>
                <a:cubicBezTo>
                  <a:pt x="671714" y="301602"/>
                  <a:pt x="667990" y="305326"/>
                  <a:pt x="661785" y="305326"/>
                </a:cubicBezTo>
                <a:cubicBezTo>
                  <a:pt x="655579" y="305326"/>
                  <a:pt x="650614" y="301602"/>
                  <a:pt x="650614" y="295397"/>
                </a:cubicBezTo>
                <a:cubicBezTo>
                  <a:pt x="650614" y="145216"/>
                  <a:pt x="527739" y="22341"/>
                  <a:pt x="377558" y="22341"/>
                </a:cubicBezTo>
                <a:cubicBezTo>
                  <a:pt x="371353" y="22341"/>
                  <a:pt x="366388" y="17376"/>
                  <a:pt x="366388" y="11170"/>
                </a:cubicBezTo>
                <a:cubicBezTo>
                  <a:pt x="366388" y="4965"/>
                  <a:pt x="371353" y="0"/>
                  <a:pt x="377558" y="0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</a:ln>
        </p:spPr>
        <p:txBody>
          <a:bodyPr vert="horz" wrap="square" lIns="45000" tIns="22500" rIns="45000" bIns="22500" anchor="ctr" anchorCtr="1" compatLnSpc="0">
            <a:noAutofit/>
          </a:bodyPr>
          <a:lstStyle/>
          <a:p>
            <a:pPr hangingPunct="0"/>
            <a:endParaRPr lang="en-US" sz="900" kern="1200">
              <a:latin typeface="Poppins" panose="00000500000000000000" pitchFamily="2" charset="0"/>
              <a:ea typeface="Microsoft YaHei" pitchFamily="2"/>
              <a:cs typeface="Lucida Sans" pitchFamily="2"/>
            </a:endParaRPr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C547DE26-AD1E-3DA4-DAAE-08D8B8508ABF}"/>
              </a:ext>
            </a:extLst>
          </p:cNvPr>
          <p:cNvSpPr/>
          <p:nvPr/>
        </p:nvSpPr>
        <p:spPr>
          <a:xfrm>
            <a:off x="8209609" y="3402829"/>
            <a:ext cx="451135" cy="418110"/>
          </a:xfrm>
          <a:custGeom>
            <a:avLst/>
            <a:gdLst>
              <a:gd name="connsiteX0" fmla="*/ 639678 w 902270"/>
              <a:gd name="connsiteY0" fmla="*/ 775246 h 836220"/>
              <a:gd name="connsiteX1" fmla="*/ 621010 w 902270"/>
              <a:gd name="connsiteY1" fmla="*/ 793911 h 836220"/>
              <a:gd name="connsiteX2" fmla="*/ 639678 w 902270"/>
              <a:gd name="connsiteY2" fmla="*/ 813821 h 836220"/>
              <a:gd name="connsiteX3" fmla="*/ 659590 w 902270"/>
              <a:gd name="connsiteY3" fmla="*/ 793911 h 836220"/>
              <a:gd name="connsiteX4" fmla="*/ 639678 w 902270"/>
              <a:gd name="connsiteY4" fmla="*/ 775246 h 836220"/>
              <a:gd name="connsiteX5" fmla="*/ 141874 w 902270"/>
              <a:gd name="connsiteY5" fmla="*/ 775246 h 836220"/>
              <a:gd name="connsiteX6" fmla="*/ 121962 w 902270"/>
              <a:gd name="connsiteY6" fmla="*/ 793911 h 836220"/>
              <a:gd name="connsiteX7" fmla="*/ 141874 w 902270"/>
              <a:gd name="connsiteY7" fmla="*/ 813821 h 836220"/>
              <a:gd name="connsiteX8" fmla="*/ 160542 w 902270"/>
              <a:gd name="connsiteY8" fmla="*/ 793911 h 836220"/>
              <a:gd name="connsiteX9" fmla="*/ 141874 w 902270"/>
              <a:gd name="connsiteY9" fmla="*/ 775246 h 836220"/>
              <a:gd name="connsiteX10" fmla="*/ 82149 w 902270"/>
              <a:gd name="connsiteY10" fmla="*/ 451135 h 836220"/>
              <a:gd name="connsiteX11" fmla="*/ 200737 w 902270"/>
              <a:gd name="connsiteY11" fmla="*/ 451135 h 836220"/>
              <a:gd name="connsiteX12" fmla="*/ 211855 w 902270"/>
              <a:gd name="connsiteY12" fmla="*/ 461728 h 836220"/>
              <a:gd name="connsiteX13" fmla="*/ 200737 w 902270"/>
              <a:gd name="connsiteY13" fmla="*/ 472321 h 836220"/>
              <a:gd name="connsiteX14" fmla="*/ 82149 w 902270"/>
              <a:gd name="connsiteY14" fmla="*/ 472321 h 836220"/>
              <a:gd name="connsiteX15" fmla="*/ 71031 w 902270"/>
              <a:gd name="connsiteY15" fmla="*/ 461728 h 836220"/>
              <a:gd name="connsiteX16" fmla="*/ 82149 w 902270"/>
              <a:gd name="connsiteY16" fmla="*/ 451135 h 836220"/>
              <a:gd name="connsiteX17" fmla="*/ 82149 w 902270"/>
              <a:gd name="connsiteY17" fmla="*/ 380100 h 836220"/>
              <a:gd name="connsiteX18" fmla="*/ 200737 w 902270"/>
              <a:gd name="connsiteY18" fmla="*/ 380100 h 836220"/>
              <a:gd name="connsiteX19" fmla="*/ 211855 w 902270"/>
              <a:gd name="connsiteY19" fmla="*/ 390693 h 836220"/>
              <a:gd name="connsiteX20" fmla="*/ 200737 w 902270"/>
              <a:gd name="connsiteY20" fmla="*/ 401286 h 836220"/>
              <a:gd name="connsiteX21" fmla="*/ 82149 w 902270"/>
              <a:gd name="connsiteY21" fmla="*/ 401286 h 836220"/>
              <a:gd name="connsiteX22" fmla="*/ 71031 w 902270"/>
              <a:gd name="connsiteY22" fmla="*/ 390693 h 836220"/>
              <a:gd name="connsiteX23" fmla="*/ 82149 w 902270"/>
              <a:gd name="connsiteY23" fmla="*/ 380100 h 836220"/>
              <a:gd name="connsiteX24" fmla="*/ 459224 w 902270"/>
              <a:gd name="connsiteY24" fmla="*/ 379535 h 836220"/>
              <a:gd name="connsiteX25" fmla="*/ 424378 w 902270"/>
              <a:gd name="connsiteY25" fmla="*/ 475351 h 836220"/>
              <a:gd name="connsiteX26" fmla="*/ 426868 w 902270"/>
              <a:gd name="connsiteY26" fmla="*/ 491528 h 836220"/>
              <a:gd name="connsiteX27" fmla="*/ 441802 w 902270"/>
              <a:gd name="connsiteY27" fmla="*/ 500239 h 836220"/>
              <a:gd name="connsiteX28" fmla="*/ 841290 w 902270"/>
              <a:gd name="connsiteY28" fmla="*/ 500239 h 836220"/>
              <a:gd name="connsiteX29" fmla="*/ 856224 w 902270"/>
              <a:gd name="connsiteY29" fmla="*/ 491528 h 836220"/>
              <a:gd name="connsiteX30" fmla="*/ 858712 w 902270"/>
              <a:gd name="connsiteY30" fmla="*/ 475351 h 836220"/>
              <a:gd name="connsiteX31" fmla="*/ 823866 w 902270"/>
              <a:gd name="connsiteY31" fmla="*/ 379535 h 836220"/>
              <a:gd name="connsiteX32" fmla="*/ 495960 w 902270"/>
              <a:gd name="connsiteY32" fmla="*/ 165749 h 836220"/>
              <a:gd name="connsiteX33" fmla="*/ 787656 w 902270"/>
              <a:gd name="connsiteY33" fmla="*/ 165749 h 836220"/>
              <a:gd name="connsiteX34" fmla="*/ 797586 w 902270"/>
              <a:gd name="connsiteY34" fmla="*/ 176881 h 836220"/>
              <a:gd name="connsiteX35" fmla="*/ 797586 w 902270"/>
              <a:gd name="connsiteY35" fmla="*/ 319120 h 836220"/>
              <a:gd name="connsiteX36" fmla="*/ 787656 w 902270"/>
              <a:gd name="connsiteY36" fmla="*/ 330251 h 836220"/>
              <a:gd name="connsiteX37" fmla="*/ 776484 w 902270"/>
              <a:gd name="connsiteY37" fmla="*/ 319120 h 836220"/>
              <a:gd name="connsiteX38" fmla="*/ 776484 w 902270"/>
              <a:gd name="connsiteY38" fmla="*/ 188013 h 836220"/>
              <a:gd name="connsiteX39" fmla="*/ 507130 w 902270"/>
              <a:gd name="connsiteY39" fmla="*/ 188013 h 836220"/>
              <a:gd name="connsiteX40" fmla="*/ 507130 w 902270"/>
              <a:gd name="connsiteY40" fmla="*/ 319120 h 836220"/>
              <a:gd name="connsiteX41" fmla="*/ 495960 w 902270"/>
              <a:gd name="connsiteY41" fmla="*/ 330251 h 836220"/>
              <a:gd name="connsiteX42" fmla="*/ 486030 w 902270"/>
              <a:gd name="connsiteY42" fmla="*/ 319120 h 836220"/>
              <a:gd name="connsiteX43" fmla="*/ 486030 w 902270"/>
              <a:gd name="connsiteY43" fmla="*/ 176881 h 836220"/>
              <a:gd name="connsiteX44" fmla="*/ 495960 w 902270"/>
              <a:gd name="connsiteY44" fmla="*/ 165749 h 836220"/>
              <a:gd name="connsiteX45" fmla="*/ 484114 w 902270"/>
              <a:gd name="connsiteY45" fmla="*/ 141859 h 836220"/>
              <a:gd name="connsiteX46" fmla="*/ 462958 w 902270"/>
              <a:gd name="connsiteY46" fmla="*/ 163013 h 836220"/>
              <a:gd name="connsiteX47" fmla="*/ 462958 w 902270"/>
              <a:gd name="connsiteY47" fmla="*/ 357136 h 836220"/>
              <a:gd name="connsiteX48" fmla="*/ 820132 w 902270"/>
              <a:gd name="connsiteY48" fmla="*/ 357136 h 836220"/>
              <a:gd name="connsiteX49" fmla="*/ 820132 w 902270"/>
              <a:gd name="connsiteY49" fmla="*/ 163013 h 836220"/>
              <a:gd name="connsiteX50" fmla="*/ 798976 w 902270"/>
              <a:gd name="connsiteY50" fmla="*/ 141859 h 836220"/>
              <a:gd name="connsiteX51" fmla="*/ 141438 w 902270"/>
              <a:gd name="connsiteY51" fmla="*/ 91939 h 836220"/>
              <a:gd name="connsiteX52" fmla="*/ 118076 w 902270"/>
              <a:gd name="connsiteY52" fmla="*/ 116531 h 836220"/>
              <a:gd name="connsiteX53" fmla="*/ 141438 w 902270"/>
              <a:gd name="connsiteY53" fmla="*/ 141123 h 836220"/>
              <a:gd name="connsiteX54" fmla="*/ 166031 w 902270"/>
              <a:gd name="connsiteY54" fmla="*/ 116531 h 836220"/>
              <a:gd name="connsiteX55" fmla="*/ 141438 w 902270"/>
              <a:gd name="connsiteY55" fmla="*/ 91939 h 836220"/>
              <a:gd name="connsiteX56" fmla="*/ 141438 w 902270"/>
              <a:gd name="connsiteY56" fmla="*/ 71035 h 836220"/>
              <a:gd name="connsiteX57" fmla="*/ 186934 w 902270"/>
              <a:gd name="connsiteY57" fmla="*/ 116531 h 836220"/>
              <a:gd name="connsiteX58" fmla="*/ 141438 w 902270"/>
              <a:gd name="connsiteY58" fmla="*/ 163256 h 836220"/>
              <a:gd name="connsiteX59" fmla="*/ 94713 w 902270"/>
              <a:gd name="connsiteY59" fmla="*/ 116531 h 836220"/>
              <a:gd name="connsiteX60" fmla="*/ 141438 w 902270"/>
              <a:gd name="connsiteY60" fmla="*/ 71035 h 836220"/>
              <a:gd name="connsiteX61" fmla="*/ 46047 w 902270"/>
              <a:gd name="connsiteY61" fmla="*/ 22399 h 836220"/>
              <a:gd name="connsiteX62" fmla="*/ 46047 w 902270"/>
              <a:gd name="connsiteY62" fmla="*/ 594811 h 836220"/>
              <a:gd name="connsiteX63" fmla="*/ 237701 w 902270"/>
              <a:gd name="connsiteY63" fmla="*/ 594811 h 836220"/>
              <a:gd name="connsiteX64" fmla="*/ 237701 w 902270"/>
              <a:gd name="connsiteY64" fmla="*/ 22399 h 836220"/>
              <a:gd name="connsiteX65" fmla="*/ 34846 w 902270"/>
              <a:gd name="connsiteY65" fmla="*/ 0 h 836220"/>
              <a:gd name="connsiteX66" fmla="*/ 250147 w 902270"/>
              <a:gd name="connsiteY66" fmla="*/ 0 h 836220"/>
              <a:gd name="connsiteX67" fmla="*/ 260103 w 902270"/>
              <a:gd name="connsiteY67" fmla="*/ 11200 h 836220"/>
              <a:gd name="connsiteX68" fmla="*/ 260103 w 902270"/>
              <a:gd name="connsiteY68" fmla="*/ 606011 h 836220"/>
              <a:gd name="connsiteX69" fmla="*/ 250147 w 902270"/>
              <a:gd name="connsiteY69" fmla="*/ 617210 h 836220"/>
              <a:gd name="connsiteX70" fmla="*/ 153075 w 902270"/>
              <a:gd name="connsiteY70" fmla="*/ 617210 h 836220"/>
              <a:gd name="connsiteX71" fmla="*/ 153075 w 902270"/>
              <a:gd name="connsiteY71" fmla="*/ 754091 h 836220"/>
              <a:gd name="connsiteX72" fmla="*/ 182943 w 902270"/>
              <a:gd name="connsiteY72" fmla="*/ 785201 h 836220"/>
              <a:gd name="connsiteX73" fmla="*/ 599854 w 902270"/>
              <a:gd name="connsiteY73" fmla="*/ 785201 h 836220"/>
              <a:gd name="connsiteX74" fmla="*/ 629722 w 902270"/>
              <a:gd name="connsiteY74" fmla="*/ 754091 h 836220"/>
              <a:gd name="connsiteX75" fmla="*/ 629722 w 902270"/>
              <a:gd name="connsiteY75" fmla="*/ 522638 h 836220"/>
              <a:gd name="connsiteX76" fmla="*/ 441802 w 902270"/>
              <a:gd name="connsiteY76" fmla="*/ 522638 h 836220"/>
              <a:gd name="connsiteX77" fmla="*/ 408200 w 902270"/>
              <a:gd name="connsiteY77" fmla="*/ 505216 h 836220"/>
              <a:gd name="connsiteX78" fmla="*/ 403222 w 902270"/>
              <a:gd name="connsiteY78" fmla="*/ 467885 h 836220"/>
              <a:gd name="connsiteX79" fmla="*/ 439312 w 902270"/>
              <a:gd name="connsiteY79" fmla="*/ 365846 h 836220"/>
              <a:gd name="connsiteX80" fmla="*/ 439312 w 902270"/>
              <a:gd name="connsiteY80" fmla="*/ 163013 h 836220"/>
              <a:gd name="connsiteX81" fmla="*/ 484114 w 902270"/>
              <a:gd name="connsiteY81" fmla="*/ 119460 h 836220"/>
              <a:gd name="connsiteX82" fmla="*/ 798976 w 902270"/>
              <a:gd name="connsiteY82" fmla="*/ 119460 h 836220"/>
              <a:gd name="connsiteX83" fmla="*/ 843778 w 902270"/>
              <a:gd name="connsiteY83" fmla="*/ 163013 h 836220"/>
              <a:gd name="connsiteX84" fmla="*/ 843778 w 902270"/>
              <a:gd name="connsiteY84" fmla="*/ 365846 h 836220"/>
              <a:gd name="connsiteX85" fmla="*/ 878624 w 902270"/>
              <a:gd name="connsiteY85" fmla="*/ 467885 h 836220"/>
              <a:gd name="connsiteX86" fmla="*/ 873646 w 902270"/>
              <a:gd name="connsiteY86" fmla="*/ 505216 h 836220"/>
              <a:gd name="connsiteX87" fmla="*/ 841290 w 902270"/>
              <a:gd name="connsiteY87" fmla="*/ 522638 h 836220"/>
              <a:gd name="connsiteX88" fmla="*/ 653368 w 902270"/>
              <a:gd name="connsiteY88" fmla="*/ 522638 h 836220"/>
              <a:gd name="connsiteX89" fmla="*/ 653368 w 902270"/>
              <a:gd name="connsiteY89" fmla="*/ 754091 h 836220"/>
              <a:gd name="connsiteX90" fmla="*/ 680748 w 902270"/>
              <a:gd name="connsiteY90" fmla="*/ 785201 h 836220"/>
              <a:gd name="connsiteX91" fmla="*/ 891070 w 902270"/>
              <a:gd name="connsiteY91" fmla="*/ 785201 h 836220"/>
              <a:gd name="connsiteX92" fmla="*/ 902270 w 902270"/>
              <a:gd name="connsiteY92" fmla="*/ 796400 h 836220"/>
              <a:gd name="connsiteX93" fmla="*/ 891070 w 902270"/>
              <a:gd name="connsiteY93" fmla="*/ 807600 h 836220"/>
              <a:gd name="connsiteX94" fmla="*/ 679502 w 902270"/>
              <a:gd name="connsiteY94" fmla="*/ 807600 h 836220"/>
              <a:gd name="connsiteX95" fmla="*/ 639678 w 902270"/>
              <a:gd name="connsiteY95" fmla="*/ 836220 h 836220"/>
              <a:gd name="connsiteX96" fmla="*/ 599854 w 902270"/>
              <a:gd name="connsiteY96" fmla="*/ 807600 h 836220"/>
              <a:gd name="connsiteX97" fmla="*/ 181699 w 902270"/>
              <a:gd name="connsiteY97" fmla="*/ 807600 h 836220"/>
              <a:gd name="connsiteX98" fmla="*/ 141874 w 902270"/>
              <a:gd name="connsiteY98" fmla="*/ 836220 h 836220"/>
              <a:gd name="connsiteX99" fmla="*/ 102050 w 902270"/>
              <a:gd name="connsiteY99" fmla="*/ 807600 h 836220"/>
              <a:gd name="connsiteX100" fmla="*/ 11201 w 902270"/>
              <a:gd name="connsiteY100" fmla="*/ 807600 h 836220"/>
              <a:gd name="connsiteX101" fmla="*/ 0 w 902270"/>
              <a:gd name="connsiteY101" fmla="*/ 796400 h 836220"/>
              <a:gd name="connsiteX102" fmla="*/ 11201 w 902270"/>
              <a:gd name="connsiteY102" fmla="*/ 785201 h 836220"/>
              <a:gd name="connsiteX103" fmla="*/ 100805 w 902270"/>
              <a:gd name="connsiteY103" fmla="*/ 785201 h 836220"/>
              <a:gd name="connsiteX104" fmla="*/ 130674 w 902270"/>
              <a:gd name="connsiteY104" fmla="*/ 754091 h 836220"/>
              <a:gd name="connsiteX105" fmla="*/ 130674 w 902270"/>
              <a:gd name="connsiteY105" fmla="*/ 617210 h 836220"/>
              <a:gd name="connsiteX106" fmla="*/ 34846 w 902270"/>
              <a:gd name="connsiteY106" fmla="*/ 617210 h 836220"/>
              <a:gd name="connsiteX107" fmla="*/ 23646 w 902270"/>
              <a:gd name="connsiteY107" fmla="*/ 606011 h 836220"/>
              <a:gd name="connsiteX108" fmla="*/ 23646 w 902270"/>
              <a:gd name="connsiteY108" fmla="*/ 11200 h 836220"/>
              <a:gd name="connsiteX109" fmla="*/ 34846 w 902270"/>
              <a:gd name="connsiteY109" fmla="*/ 0 h 83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902270" h="836220">
                <a:moveTo>
                  <a:pt x="639678" y="775246"/>
                </a:moveTo>
                <a:cubicBezTo>
                  <a:pt x="629722" y="775246"/>
                  <a:pt x="621010" y="783956"/>
                  <a:pt x="621010" y="793911"/>
                </a:cubicBezTo>
                <a:cubicBezTo>
                  <a:pt x="621010" y="805111"/>
                  <a:pt x="629722" y="813821"/>
                  <a:pt x="639678" y="813821"/>
                </a:cubicBezTo>
                <a:cubicBezTo>
                  <a:pt x="650878" y="813821"/>
                  <a:pt x="659590" y="805111"/>
                  <a:pt x="659590" y="793911"/>
                </a:cubicBezTo>
                <a:cubicBezTo>
                  <a:pt x="659590" y="783956"/>
                  <a:pt x="650878" y="775246"/>
                  <a:pt x="639678" y="775246"/>
                </a:cubicBezTo>
                <a:close/>
                <a:moveTo>
                  <a:pt x="141874" y="775246"/>
                </a:moveTo>
                <a:cubicBezTo>
                  <a:pt x="131918" y="775246"/>
                  <a:pt x="121962" y="783956"/>
                  <a:pt x="121962" y="793911"/>
                </a:cubicBezTo>
                <a:cubicBezTo>
                  <a:pt x="121962" y="805111"/>
                  <a:pt x="131918" y="813821"/>
                  <a:pt x="141874" y="813821"/>
                </a:cubicBezTo>
                <a:cubicBezTo>
                  <a:pt x="153075" y="813821"/>
                  <a:pt x="160542" y="805111"/>
                  <a:pt x="160542" y="793911"/>
                </a:cubicBezTo>
                <a:cubicBezTo>
                  <a:pt x="160542" y="783956"/>
                  <a:pt x="153075" y="775246"/>
                  <a:pt x="141874" y="775246"/>
                </a:cubicBezTo>
                <a:close/>
                <a:moveTo>
                  <a:pt x="82149" y="451135"/>
                </a:moveTo>
                <a:lnTo>
                  <a:pt x="200737" y="451135"/>
                </a:lnTo>
                <a:cubicBezTo>
                  <a:pt x="206914" y="451135"/>
                  <a:pt x="211855" y="455843"/>
                  <a:pt x="211855" y="461728"/>
                </a:cubicBezTo>
                <a:cubicBezTo>
                  <a:pt x="211855" y="468790"/>
                  <a:pt x="206914" y="472321"/>
                  <a:pt x="200737" y="472321"/>
                </a:cubicBezTo>
                <a:lnTo>
                  <a:pt x="82149" y="472321"/>
                </a:lnTo>
                <a:cubicBezTo>
                  <a:pt x="77207" y="472321"/>
                  <a:pt x="71031" y="468790"/>
                  <a:pt x="71031" y="461728"/>
                </a:cubicBezTo>
                <a:cubicBezTo>
                  <a:pt x="71031" y="455843"/>
                  <a:pt x="77207" y="451135"/>
                  <a:pt x="82149" y="451135"/>
                </a:cubicBezTo>
                <a:close/>
                <a:moveTo>
                  <a:pt x="82149" y="380100"/>
                </a:moveTo>
                <a:lnTo>
                  <a:pt x="200737" y="380100"/>
                </a:lnTo>
                <a:cubicBezTo>
                  <a:pt x="206914" y="380100"/>
                  <a:pt x="211855" y="384808"/>
                  <a:pt x="211855" y="390693"/>
                </a:cubicBezTo>
                <a:cubicBezTo>
                  <a:pt x="211855" y="396578"/>
                  <a:pt x="206914" y="401286"/>
                  <a:pt x="200737" y="401286"/>
                </a:cubicBezTo>
                <a:lnTo>
                  <a:pt x="82149" y="401286"/>
                </a:lnTo>
                <a:cubicBezTo>
                  <a:pt x="77207" y="401286"/>
                  <a:pt x="71031" y="396578"/>
                  <a:pt x="71031" y="390693"/>
                </a:cubicBezTo>
                <a:cubicBezTo>
                  <a:pt x="71031" y="384808"/>
                  <a:pt x="77207" y="380100"/>
                  <a:pt x="82149" y="380100"/>
                </a:cubicBezTo>
                <a:close/>
                <a:moveTo>
                  <a:pt x="459224" y="379535"/>
                </a:moveTo>
                <a:lnTo>
                  <a:pt x="424378" y="475351"/>
                </a:lnTo>
                <a:cubicBezTo>
                  <a:pt x="423134" y="481573"/>
                  <a:pt x="423134" y="487795"/>
                  <a:pt x="426868" y="491528"/>
                </a:cubicBezTo>
                <a:cubicBezTo>
                  <a:pt x="430600" y="497750"/>
                  <a:pt x="435578" y="500239"/>
                  <a:pt x="441802" y="500239"/>
                </a:cubicBezTo>
                <a:lnTo>
                  <a:pt x="841290" y="500239"/>
                </a:lnTo>
                <a:cubicBezTo>
                  <a:pt x="846268" y="500239"/>
                  <a:pt x="852490" y="497750"/>
                  <a:pt x="856224" y="491528"/>
                </a:cubicBezTo>
                <a:cubicBezTo>
                  <a:pt x="858712" y="487795"/>
                  <a:pt x="859956" y="481573"/>
                  <a:pt x="858712" y="475351"/>
                </a:cubicBezTo>
                <a:lnTo>
                  <a:pt x="823866" y="379535"/>
                </a:lnTo>
                <a:close/>
                <a:moveTo>
                  <a:pt x="495960" y="165749"/>
                </a:moveTo>
                <a:lnTo>
                  <a:pt x="787656" y="165749"/>
                </a:lnTo>
                <a:cubicBezTo>
                  <a:pt x="793862" y="165749"/>
                  <a:pt x="797586" y="170697"/>
                  <a:pt x="797586" y="176881"/>
                </a:cubicBezTo>
                <a:lnTo>
                  <a:pt x="797586" y="319120"/>
                </a:lnTo>
                <a:cubicBezTo>
                  <a:pt x="797586" y="325304"/>
                  <a:pt x="793862" y="330251"/>
                  <a:pt x="787656" y="330251"/>
                </a:cubicBezTo>
                <a:cubicBezTo>
                  <a:pt x="781450" y="330251"/>
                  <a:pt x="776484" y="325304"/>
                  <a:pt x="776484" y="319120"/>
                </a:cubicBezTo>
                <a:lnTo>
                  <a:pt x="776484" y="188013"/>
                </a:lnTo>
                <a:lnTo>
                  <a:pt x="507130" y="188013"/>
                </a:lnTo>
                <a:lnTo>
                  <a:pt x="507130" y="319120"/>
                </a:lnTo>
                <a:cubicBezTo>
                  <a:pt x="507130" y="325304"/>
                  <a:pt x="502166" y="330251"/>
                  <a:pt x="495960" y="330251"/>
                </a:cubicBezTo>
                <a:cubicBezTo>
                  <a:pt x="490994" y="330251"/>
                  <a:pt x="486030" y="325304"/>
                  <a:pt x="486030" y="319120"/>
                </a:cubicBezTo>
                <a:lnTo>
                  <a:pt x="486030" y="176881"/>
                </a:lnTo>
                <a:cubicBezTo>
                  <a:pt x="486030" y="170697"/>
                  <a:pt x="490994" y="165749"/>
                  <a:pt x="495960" y="165749"/>
                </a:cubicBezTo>
                <a:close/>
                <a:moveTo>
                  <a:pt x="484114" y="141859"/>
                </a:moveTo>
                <a:cubicBezTo>
                  <a:pt x="471670" y="141859"/>
                  <a:pt x="462958" y="150570"/>
                  <a:pt x="462958" y="163013"/>
                </a:cubicBezTo>
                <a:lnTo>
                  <a:pt x="462958" y="357136"/>
                </a:lnTo>
                <a:lnTo>
                  <a:pt x="820132" y="357136"/>
                </a:lnTo>
                <a:lnTo>
                  <a:pt x="820132" y="163013"/>
                </a:lnTo>
                <a:cubicBezTo>
                  <a:pt x="820132" y="150570"/>
                  <a:pt x="811420" y="141859"/>
                  <a:pt x="798976" y="141859"/>
                </a:cubicBezTo>
                <a:close/>
                <a:moveTo>
                  <a:pt x="141438" y="91939"/>
                </a:moveTo>
                <a:cubicBezTo>
                  <a:pt x="127913" y="91939"/>
                  <a:pt x="118076" y="104235"/>
                  <a:pt x="118076" y="116531"/>
                </a:cubicBezTo>
                <a:cubicBezTo>
                  <a:pt x="118076" y="130057"/>
                  <a:pt x="127913" y="141123"/>
                  <a:pt x="141438" y="141123"/>
                </a:cubicBezTo>
                <a:cubicBezTo>
                  <a:pt x="154964" y="141123"/>
                  <a:pt x="166031" y="130057"/>
                  <a:pt x="166031" y="116531"/>
                </a:cubicBezTo>
                <a:cubicBezTo>
                  <a:pt x="166031" y="104235"/>
                  <a:pt x="154964" y="91939"/>
                  <a:pt x="141438" y="91939"/>
                </a:cubicBezTo>
                <a:close/>
                <a:moveTo>
                  <a:pt x="141438" y="71035"/>
                </a:moveTo>
                <a:cubicBezTo>
                  <a:pt x="167260" y="71035"/>
                  <a:pt x="186934" y="90709"/>
                  <a:pt x="186934" y="116531"/>
                </a:cubicBezTo>
                <a:cubicBezTo>
                  <a:pt x="186934" y="142353"/>
                  <a:pt x="167260" y="163256"/>
                  <a:pt x="141438" y="163256"/>
                </a:cubicBezTo>
                <a:cubicBezTo>
                  <a:pt x="115616" y="163256"/>
                  <a:pt x="94713" y="142353"/>
                  <a:pt x="94713" y="116531"/>
                </a:cubicBezTo>
                <a:cubicBezTo>
                  <a:pt x="94713" y="90709"/>
                  <a:pt x="115616" y="71035"/>
                  <a:pt x="141438" y="71035"/>
                </a:cubicBezTo>
                <a:close/>
                <a:moveTo>
                  <a:pt x="46047" y="22399"/>
                </a:moveTo>
                <a:lnTo>
                  <a:pt x="46047" y="594811"/>
                </a:lnTo>
                <a:lnTo>
                  <a:pt x="237701" y="594811"/>
                </a:lnTo>
                <a:lnTo>
                  <a:pt x="237701" y="22399"/>
                </a:lnTo>
                <a:close/>
                <a:moveTo>
                  <a:pt x="34846" y="0"/>
                </a:moveTo>
                <a:lnTo>
                  <a:pt x="250147" y="0"/>
                </a:lnTo>
                <a:cubicBezTo>
                  <a:pt x="255125" y="0"/>
                  <a:pt x="260103" y="6222"/>
                  <a:pt x="260103" y="11200"/>
                </a:cubicBezTo>
                <a:lnTo>
                  <a:pt x="260103" y="606011"/>
                </a:lnTo>
                <a:cubicBezTo>
                  <a:pt x="260103" y="612233"/>
                  <a:pt x="255125" y="617210"/>
                  <a:pt x="250147" y="617210"/>
                </a:cubicBezTo>
                <a:lnTo>
                  <a:pt x="153075" y="617210"/>
                </a:lnTo>
                <a:lnTo>
                  <a:pt x="153075" y="754091"/>
                </a:lnTo>
                <a:cubicBezTo>
                  <a:pt x="168009" y="757825"/>
                  <a:pt x="179209" y="770268"/>
                  <a:pt x="182943" y="785201"/>
                </a:cubicBezTo>
                <a:lnTo>
                  <a:pt x="599854" y="785201"/>
                </a:lnTo>
                <a:cubicBezTo>
                  <a:pt x="603588" y="770268"/>
                  <a:pt x="614788" y="757825"/>
                  <a:pt x="629722" y="754091"/>
                </a:cubicBezTo>
                <a:lnTo>
                  <a:pt x="629722" y="522638"/>
                </a:lnTo>
                <a:lnTo>
                  <a:pt x="441802" y="522638"/>
                </a:lnTo>
                <a:cubicBezTo>
                  <a:pt x="428112" y="522638"/>
                  <a:pt x="415666" y="515171"/>
                  <a:pt x="408200" y="505216"/>
                </a:cubicBezTo>
                <a:cubicBezTo>
                  <a:pt x="401976" y="494017"/>
                  <a:pt x="399488" y="480329"/>
                  <a:pt x="403222" y="467885"/>
                </a:cubicBezTo>
                <a:lnTo>
                  <a:pt x="439312" y="365846"/>
                </a:lnTo>
                <a:lnTo>
                  <a:pt x="439312" y="163013"/>
                </a:lnTo>
                <a:cubicBezTo>
                  <a:pt x="439312" y="138126"/>
                  <a:pt x="459224" y="119460"/>
                  <a:pt x="484114" y="119460"/>
                </a:cubicBezTo>
                <a:lnTo>
                  <a:pt x="798976" y="119460"/>
                </a:lnTo>
                <a:cubicBezTo>
                  <a:pt x="823866" y="119460"/>
                  <a:pt x="843778" y="138126"/>
                  <a:pt x="843778" y="163013"/>
                </a:cubicBezTo>
                <a:lnTo>
                  <a:pt x="843778" y="365846"/>
                </a:lnTo>
                <a:lnTo>
                  <a:pt x="878624" y="467885"/>
                </a:lnTo>
                <a:cubicBezTo>
                  <a:pt x="883602" y="480329"/>
                  <a:pt x="882358" y="494017"/>
                  <a:pt x="873646" y="505216"/>
                </a:cubicBezTo>
                <a:cubicBezTo>
                  <a:pt x="866180" y="515171"/>
                  <a:pt x="854978" y="522638"/>
                  <a:pt x="841290" y="522638"/>
                </a:cubicBezTo>
                <a:lnTo>
                  <a:pt x="653368" y="522638"/>
                </a:lnTo>
                <a:lnTo>
                  <a:pt x="653368" y="754091"/>
                </a:lnTo>
                <a:cubicBezTo>
                  <a:pt x="667058" y="759069"/>
                  <a:pt x="677014" y="770268"/>
                  <a:pt x="680748" y="785201"/>
                </a:cubicBezTo>
                <a:lnTo>
                  <a:pt x="891070" y="785201"/>
                </a:lnTo>
                <a:cubicBezTo>
                  <a:pt x="897292" y="785201"/>
                  <a:pt x="902270" y="790178"/>
                  <a:pt x="902270" y="796400"/>
                </a:cubicBezTo>
                <a:cubicBezTo>
                  <a:pt x="902270" y="802622"/>
                  <a:pt x="897292" y="807600"/>
                  <a:pt x="891070" y="807600"/>
                </a:cubicBezTo>
                <a:lnTo>
                  <a:pt x="679502" y="807600"/>
                </a:lnTo>
                <a:cubicBezTo>
                  <a:pt x="674524" y="823776"/>
                  <a:pt x="658346" y="836220"/>
                  <a:pt x="639678" y="836220"/>
                </a:cubicBezTo>
                <a:cubicBezTo>
                  <a:pt x="622256" y="836220"/>
                  <a:pt x="606076" y="823776"/>
                  <a:pt x="599854" y="807600"/>
                </a:cubicBezTo>
                <a:lnTo>
                  <a:pt x="181699" y="807600"/>
                </a:lnTo>
                <a:cubicBezTo>
                  <a:pt x="176720" y="823776"/>
                  <a:pt x="160542" y="836220"/>
                  <a:pt x="141874" y="836220"/>
                </a:cubicBezTo>
                <a:cubicBezTo>
                  <a:pt x="123207" y="836220"/>
                  <a:pt x="108272" y="823776"/>
                  <a:pt x="102050" y="807600"/>
                </a:cubicBezTo>
                <a:lnTo>
                  <a:pt x="11201" y="807600"/>
                </a:lnTo>
                <a:cubicBezTo>
                  <a:pt x="4978" y="807600"/>
                  <a:pt x="0" y="802622"/>
                  <a:pt x="0" y="796400"/>
                </a:cubicBezTo>
                <a:cubicBezTo>
                  <a:pt x="0" y="790178"/>
                  <a:pt x="4978" y="785201"/>
                  <a:pt x="11201" y="785201"/>
                </a:cubicBezTo>
                <a:lnTo>
                  <a:pt x="100805" y="785201"/>
                </a:lnTo>
                <a:cubicBezTo>
                  <a:pt x="104539" y="770268"/>
                  <a:pt x="115739" y="757825"/>
                  <a:pt x="130674" y="754091"/>
                </a:cubicBezTo>
                <a:lnTo>
                  <a:pt x="130674" y="617210"/>
                </a:lnTo>
                <a:lnTo>
                  <a:pt x="34846" y="617210"/>
                </a:lnTo>
                <a:cubicBezTo>
                  <a:pt x="28624" y="617210"/>
                  <a:pt x="23646" y="612233"/>
                  <a:pt x="23646" y="606011"/>
                </a:cubicBezTo>
                <a:lnTo>
                  <a:pt x="23646" y="11200"/>
                </a:lnTo>
                <a:cubicBezTo>
                  <a:pt x="23646" y="6222"/>
                  <a:pt x="28624" y="0"/>
                  <a:pt x="34846" y="0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</a:ln>
        </p:spPr>
        <p:txBody>
          <a:bodyPr vert="horz" wrap="square" lIns="45000" tIns="22500" rIns="45000" bIns="22500" anchor="ctr" anchorCtr="1" compatLnSpc="0">
            <a:noAutofit/>
          </a:bodyPr>
          <a:lstStyle/>
          <a:p>
            <a:pPr hangingPunct="0"/>
            <a:endParaRPr lang="en-US" sz="900" kern="1200">
              <a:latin typeface="Poppins" panose="00000500000000000000" pitchFamily="2" charset="0"/>
              <a:ea typeface="Microsoft YaHei" pitchFamily="2"/>
              <a:cs typeface="Lucida Sans" pitchFamily="2"/>
            </a:endParaRP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92E1D284-02DC-370C-B347-773E93543ABC}"/>
              </a:ext>
            </a:extLst>
          </p:cNvPr>
          <p:cNvSpPr/>
          <p:nvPr/>
        </p:nvSpPr>
        <p:spPr>
          <a:xfrm>
            <a:off x="3632490" y="3389120"/>
            <a:ext cx="245254" cy="444904"/>
          </a:xfrm>
          <a:custGeom>
            <a:avLst/>
            <a:gdLst>
              <a:gd name="connsiteX0" fmla="*/ 245548 w 490508"/>
              <a:gd name="connsiteY0" fmla="*/ 634331 h 889808"/>
              <a:gd name="connsiteX1" fmla="*/ 256444 w 490508"/>
              <a:gd name="connsiteY1" fmla="*/ 645493 h 889808"/>
              <a:gd name="connsiteX2" fmla="*/ 256444 w 490508"/>
              <a:gd name="connsiteY2" fmla="*/ 848882 h 889808"/>
              <a:gd name="connsiteX3" fmla="*/ 266129 w 490508"/>
              <a:gd name="connsiteY3" fmla="*/ 868725 h 889808"/>
              <a:gd name="connsiteX4" fmla="*/ 245548 w 490508"/>
              <a:gd name="connsiteY4" fmla="*/ 889808 h 889808"/>
              <a:gd name="connsiteX5" fmla="*/ 223757 w 490508"/>
              <a:gd name="connsiteY5" fmla="*/ 868725 h 889808"/>
              <a:gd name="connsiteX6" fmla="*/ 234652 w 490508"/>
              <a:gd name="connsiteY6" fmla="*/ 848882 h 889808"/>
              <a:gd name="connsiteX7" fmla="*/ 234652 w 490508"/>
              <a:gd name="connsiteY7" fmla="*/ 645493 h 889808"/>
              <a:gd name="connsiteX8" fmla="*/ 245548 w 490508"/>
              <a:gd name="connsiteY8" fmla="*/ 634331 h 889808"/>
              <a:gd name="connsiteX9" fmla="*/ 300823 w 490508"/>
              <a:gd name="connsiteY9" fmla="*/ 600683 h 889808"/>
              <a:gd name="connsiteX10" fmla="*/ 310632 w 490508"/>
              <a:gd name="connsiteY10" fmla="*/ 613087 h 889808"/>
              <a:gd name="connsiteX11" fmla="*/ 310632 w 490508"/>
              <a:gd name="connsiteY11" fmla="*/ 785504 h 889808"/>
              <a:gd name="connsiteX12" fmla="*/ 342511 w 490508"/>
              <a:gd name="connsiteY12" fmla="*/ 785504 h 889808"/>
              <a:gd name="connsiteX13" fmla="*/ 354772 w 490508"/>
              <a:gd name="connsiteY13" fmla="*/ 796667 h 889808"/>
              <a:gd name="connsiteX14" fmla="*/ 354772 w 490508"/>
              <a:gd name="connsiteY14" fmla="*/ 825197 h 889808"/>
              <a:gd name="connsiteX15" fmla="*/ 364581 w 490508"/>
              <a:gd name="connsiteY15" fmla="*/ 845043 h 889808"/>
              <a:gd name="connsiteX16" fmla="*/ 342511 w 490508"/>
              <a:gd name="connsiteY16" fmla="*/ 866130 h 889808"/>
              <a:gd name="connsiteX17" fmla="*/ 321667 w 490508"/>
              <a:gd name="connsiteY17" fmla="*/ 845043 h 889808"/>
              <a:gd name="connsiteX18" fmla="*/ 331476 w 490508"/>
              <a:gd name="connsiteY18" fmla="*/ 825197 h 889808"/>
              <a:gd name="connsiteX19" fmla="*/ 331476 w 490508"/>
              <a:gd name="connsiteY19" fmla="*/ 807831 h 889808"/>
              <a:gd name="connsiteX20" fmla="*/ 300823 w 490508"/>
              <a:gd name="connsiteY20" fmla="*/ 807831 h 889808"/>
              <a:gd name="connsiteX21" fmla="*/ 288561 w 490508"/>
              <a:gd name="connsiteY21" fmla="*/ 796667 h 889808"/>
              <a:gd name="connsiteX22" fmla="*/ 288561 w 490508"/>
              <a:gd name="connsiteY22" fmla="*/ 613087 h 889808"/>
              <a:gd name="connsiteX23" fmla="*/ 300823 w 490508"/>
              <a:gd name="connsiteY23" fmla="*/ 600683 h 889808"/>
              <a:gd name="connsiteX24" fmla="*/ 190293 w 490508"/>
              <a:gd name="connsiteY24" fmla="*/ 600683 h 889808"/>
              <a:gd name="connsiteX25" fmla="*/ 201325 w 490508"/>
              <a:gd name="connsiteY25" fmla="*/ 613087 h 889808"/>
              <a:gd name="connsiteX26" fmla="*/ 201325 w 490508"/>
              <a:gd name="connsiteY26" fmla="*/ 796667 h 889808"/>
              <a:gd name="connsiteX27" fmla="*/ 190293 w 490508"/>
              <a:gd name="connsiteY27" fmla="*/ 807831 h 889808"/>
              <a:gd name="connsiteX28" fmla="*/ 158422 w 490508"/>
              <a:gd name="connsiteY28" fmla="*/ 807831 h 889808"/>
              <a:gd name="connsiteX29" fmla="*/ 158422 w 490508"/>
              <a:gd name="connsiteY29" fmla="*/ 825197 h 889808"/>
              <a:gd name="connsiteX30" fmla="*/ 169454 w 490508"/>
              <a:gd name="connsiteY30" fmla="*/ 845043 h 889808"/>
              <a:gd name="connsiteX31" fmla="*/ 147389 w 490508"/>
              <a:gd name="connsiteY31" fmla="*/ 866130 h 889808"/>
              <a:gd name="connsiteX32" fmla="*/ 126551 w 490508"/>
              <a:gd name="connsiteY32" fmla="*/ 845043 h 889808"/>
              <a:gd name="connsiteX33" fmla="*/ 136357 w 490508"/>
              <a:gd name="connsiteY33" fmla="*/ 825197 h 889808"/>
              <a:gd name="connsiteX34" fmla="*/ 136357 w 490508"/>
              <a:gd name="connsiteY34" fmla="*/ 796667 h 889808"/>
              <a:gd name="connsiteX35" fmla="*/ 147389 w 490508"/>
              <a:gd name="connsiteY35" fmla="*/ 785504 h 889808"/>
              <a:gd name="connsiteX36" fmla="*/ 179260 w 490508"/>
              <a:gd name="connsiteY36" fmla="*/ 785504 h 889808"/>
              <a:gd name="connsiteX37" fmla="*/ 179260 w 490508"/>
              <a:gd name="connsiteY37" fmla="*/ 613087 h 889808"/>
              <a:gd name="connsiteX38" fmla="*/ 190293 w 490508"/>
              <a:gd name="connsiteY38" fmla="*/ 600683 h 889808"/>
              <a:gd name="connsiteX39" fmla="*/ 277884 w 490508"/>
              <a:gd name="connsiteY39" fmla="*/ 287673 h 889808"/>
              <a:gd name="connsiteX40" fmla="*/ 286586 w 490508"/>
              <a:gd name="connsiteY40" fmla="*/ 319997 h 889808"/>
              <a:gd name="connsiteX41" fmla="*/ 445700 w 490508"/>
              <a:gd name="connsiteY41" fmla="*/ 287673 h 889808"/>
              <a:gd name="connsiteX42" fmla="*/ 41700 w 490508"/>
              <a:gd name="connsiteY42" fmla="*/ 287673 h 889808"/>
              <a:gd name="connsiteX43" fmla="*/ 264210 w 490508"/>
              <a:gd name="connsiteY43" fmla="*/ 319997 h 889808"/>
              <a:gd name="connsiteX44" fmla="*/ 255509 w 490508"/>
              <a:gd name="connsiteY44" fmla="*/ 287673 h 889808"/>
              <a:gd name="connsiteX45" fmla="*/ 248050 w 490508"/>
              <a:gd name="connsiteY45" fmla="*/ 201889 h 889808"/>
              <a:gd name="connsiteX46" fmla="*/ 256752 w 490508"/>
              <a:gd name="connsiteY46" fmla="*/ 210591 h 889808"/>
              <a:gd name="connsiteX47" fmla="*/ 272912 w 490508"/>
              <a:gd name="connsiteY47" fmla="*/ 265294 h 889808"/>
              <a:gd name="connsiteX48" fmla="*/ 463103 w 490508"/>
              <a:gd name="connsiteY48" fmla="*/ 265294 h 889808"/>
              <a:gd name="connsiteX49" fmla="*/ 487964 w 490508"/>
              <a:gd name="connsiteY49" fmla="*/ 281457 h 889808"/>
              <a:gd name="connsiteX50" fmla="*/ 485478 w 490508"/>
              <a:gd name="connsiteY50" fmla="*/ 307565 h 889808"/>
              <a:gd name="connsiteX51" fmla="*/ 368629 w 490508"/>
              <a:gd name="connsiteY51" fmla="*/ 552485 h 889808"/>
              <a:gd name="connsiteX52" fmla="*/ 354955 w 490508"/>
              <a:gd name="connsiteY52" fmla="*/ 614648 h 889808"/>
              <a:gd name="connsiteX53" fmla="*/ 354955 w 490508"/>
              <a:gd name="connsiteY53" fmla="*/ 709135 h 889808"/>
              <a:gd name="connsiteX54" fmla="*/ 342524 w 490508"/>
              <a:gd name="connsiteY54" fmla="*/ 721567 h 889808"/>
              <a:gd name="connsiteX55" fmla="*/ 331337 w 490508"/>
              <a:gd name="connsiteY55" fmla="*/ 709135 h 889808"/>
              <a:gd name="connsiteX56" fmla="*/ 331337 w 490508"/>
              <a:gd name="connsiteY56" fmla="*/ 614648 h 889808"/>
              <a:gd name="connsiteX57" fmla="*/ 348740 w 490508"/>
              <a:gd name="connsiteY57" fmla="*/ 542539 h 889808"/>
              <a:gd name="connsiteX58" fmla="*/ 463103 w 490508"/>
              <a:gd name="connsiteY58" fmla="*/ 306322 h 889808"/>
              <a:gd name="connsiteX59" fmla="*/ 239349 w 490508"/>
              <a:gd name="connsiteY59" fmla="*/ 343619 h 889808"/>
              <a:gd name="connsiteX60" fmla="*/ 28026 w 490508"/>
              <a:gd name="connsiteY60" fmla="*/ 306322 h 889808"/>
              <a:gd name="connsiteX61" fmla="*/ 141146 w 490508"/>
              <a:gd name="connsiteY61" fmla="*/ 542539 h 889808"/>
              <a:gd name="connsiteX62" fmla="*/ 158549 w 490508"/>
              <a:gd name="connsiteY62" fmla="*/ 614648 h 889808"/>
              <a:gd name="connsiteX63" fmla="*/ 158549 w 490508"/>
              <a:gd name="connsiteY63" fmla="*/ 709135 h 889808"/>
              <a:gd name="connsiteX64" fmla="*/ 147361 w 490508"/>
              <a:gd name="connsiteY64" fmla="*/ 721567 h 889808"/>
              <a:gd name="connsiteX65" fmla="*/ 136174 w 490508"/>
              <a:gd name="connsiteY65" fmla="*/ 709135 h 889808"/>
              <a:gd name="connsiteX66" fmla="*/ 136174 w 490508"/>
              <a:gd name="connsiteY66" fmla="*/ 614648 h 889808"/>
              <a:gd name="connsiteX67" fmla="*/ 121257 w 490508"/>
              <a:gd name="connsiteY67" fmla="*/ 552485 h 889808"/>
              <a:gd name="connsiteX68" fmla="*/ 4408 w 490508"/>
              <a:gd name="connsiteY68" fmla="*/ 307565 h 889808"/>
              <a:gd name="connsiteX69" fmla="*/ 3165 w 490508"/>
              <a:gd name="connsiteY69" fmla="*/ 281457 h 889808"/>
              <a:gd name="connsiteX70" fmla="*/ 26783 w 490508"/>
              <a:gd name="connsiteY70" fmla="*/ 265294 h 889808"/>
              <a:gd name="connsiteX71" fmla="*/ 249294 w 490508"/>
              <a:gd name="connsiteY71" fmla="*/ 265294 h 889808"/>
              <a:gd name="connsiteX72" fmla="*/ 243078 w 490508"/>
              <a:gd name="connsiteY72" fmla="*/ 241673 h 889808"/>
              <a:gd name="connsiteX73" fmla="*/ 234377 w 490508"/>
              <a:gd name="connsiteY73" fmla="*/ 256592 h 889808"/>
              <a:gd name="connsiteX74" fmla="*/ 218217 w 490508"/>
              <a:gd name="connsiteY74" fmla="*/ 261565 h 889808"/>
              <a:gd name="connsiteX75" fmla="*/ 214487 w 490508"/>
              <a:gd name="connsiteY75" fmla="*/ 245402 h 889808"/>
              <a:gd name="connsiteX76" fmla="*/ 236863 w 490508"/>
              <a:gd name="connsiteY76" fmla="*/ 206862 h 889808"/>
              <a:gd name="connsiteX77" fmla="*/ 248050 w 490508"/>
              <a:gd name="connsiteY77" fmla="*/ 201889 h 889808"/>
              <a:gd name="connsiteX78" fmla="*/ 138572 w 490508"/>
              <a:gd name="connsiteY78" fmla="*/ 124429 h 889808"/>
              <a:gd name="connsiteX79" fmla="*/ 128706 w 490508"/>
              <a:gd name="connsiteY79" fmla="*/ 126900 h 889808"/>
              <a:gd name="connsiteX80" fmla="*/ 120074 w 490508"/>
              <a:gd name="connsiteY80" fmla="*/ 156552 h 889808"/>
              <a:gd name="connsiteX81" fmla="*/ 153371 w 490508"/>
              <a:gd name="connsiteY81" fmla="*/ 212149 h 889808"/>
              <a:gd name="connsiteX82" fmla="*/ 165704 w 490508"/>
              <a:gd name="connsiteY82" fmla="*/ 222033 h 889808"/>
              <a:gd name="connsiteX83" fmla="*/ 182969 w 490508"/>
              <a:gd name="connsiteY83" fmla="*/ 220797 h 889808"/>
              <a:gd name="connsiteX84" fmla="*/ 192835 w 490508"/>
              <a:gd name="connsiteY84" fmla="*/ 207207 h 889808"/>
              <a:gd name="connsiteX85" fmla="*/ 190369 w 490508"/>
              <a:gd name="connsiteY85" fmla="*/ 191146 h 889808"/>
              <a:gd name="connsiteX86" fmla="*/ 157071 w 490508"/>
              <a:gd name="connsiteY86" fmla="*/ 135549 h 889808"/>
              <a:gd name="connsiteX87" fmla="*/ 144739 w 490508"/>
              <a:gd name="connsiteY87" fmla="*/ 125665 h 889808"/>
              <a:gd name="connsiteX88" fmla="*/ 138572 w 490508"/>
              <a:gd name="connsiteY88" fmla="*/ 124429 h 889808"/>
              <a:gd name="connsiteX89" fmla="*/ 149672 w 490508"/>
              <a:gd name="connsiteY89" fmla="*/ 103426 h 889808"/>
              <a:gd name="connsiteX90" fmla="*/ 176803 w 490508"/>
              <a:gd name="connsiteY90" fmla="*/ 124429 h 889808"/>
              <a:gd name="connsiteX91" fmla="*/ 208868 w 490508"/>
              <a:gd name="connsiteY91" fmla="*/ 180026 h 889808"/>
              <a:gd name="connsiteX92" fmla="*/ 213801 w 490508"/>
              <a:gd name="connsiteY92" fmla="*/ 213384 h 889808"/>
              <a:gd name="connsiteX93" fmla="*/ 192835 w 490508"/>
              <a:gd name="connsiteY93" fmla="*/ 240565 h 889808"/>
              <a:gd name="connsiteX94" fmla="*/ 170637 w 490508"/>
              <a:gd name="connsiteY94" fmla="*/ 245507 h 889808"/>
              <a:gd name="connsiteX95" fmla="*/ 159538 w 490508"/>
              <a:gd name="connsiteY95" fmla="*/ 244271 h 889808"/>
              <a:gd name="connsiteX96" fmla="*/ 134873 w 490508"/>
              <a:gd name="connsiteY96" fmla="*/ 224504 h 889808"/>
              <a:gd name="connsiteX97" fmla="*/ 101575 w 490508"/>
              <a:gd name="connsiteY97" fmla="*/ 167671 h 889808"/>
              <a:gd name="connsiteX98" fmla="*/ 117607 w 490508"/>
              <a:gd name="connsiteY98" fmla="*/ 108368 h 889808"/>
              <a:gd name="connsiteX99" fmla="*/ 149672 w 490508"/>
              <a:gd name="connsiteY99" fmla="*/ 103426 h 889808"/>
              <a:gd name="connsiteX100" fmla="*/ 336372 w 490508"/>
              <a:gd name="connsiteY100" fmla="*/ 98268 h 889808"/>
              <a:gd name="connsiteX101" fmla="*/ 331439 w 490508"/>
              <a:gd name="connsiteY101" fmla="*/ 99504 h 889808"/>
              <a:gd name="connsiteX102" fmla="*/ 317874 w 490508"/>
              <a:gd name="connsiteY102" fmla="*/ 109387 h 889808"/>
              <a:gd name="connsiteX103" fmla="*/ 285809 w 490508"/>
              <a:gd name="connsiteY103" fmla="*/ 166215 h 889808"/>
              <a:gd name="connsiteX104" fmla="*/ 293209 w 490508"/>
              <a:gd name="connsiteY104" fmla="*/ 194629 h 889808"/>
              <a:gd name="connsiteX105" fmla="*/ 309241 w 490508"/>
              <a:gd name="connsiteY105" fmla="*/ 197100 h 889808"/>
              <a:gd name="connsiteX106" fmla="*/ 322807 w 490508"/>
              <a:gd name="connsiteY106" fmla="*/ 187217 h 889808"/>
              <a:gd name="connsiteX107" fmla="*/ 354871 w 490508"/>
              <a:gd name="connsiteY107" fmla="*/ 131624 h 889808"/>
              <a:gd name="connsiteX108" fmla="*/ 347472 w 490508"/>
              <a:gd name="connsiteY108" fmla="*/ 101975 h 889808"/>
              <a:gd name="connsiteX109" fmla="*/ 336372 w 490508"/>
              <a:gd name="connsiteY109" fmla="*/ 98268 h 889808"/>
              <a:gd name="connsiteX110" fmla="*/ 325273 w 490508"/>
              <a:gd name="connsiteY110" fmla="*/ 78502 h 889808"/>
              <a:gd name="connsiteX111" fmla="*/ 358571 w 490508"/>
              <a:gd name="connsiteY111" fmla="*/ 83444 h 889808"/>
              <a:gd name="connsiteX112" fmla="*/ 374603 w 490508"/>
              <a:gd name="connsiteY112" fmla="*/ 141507 h 889808"/>
              <a:gd name="connsiteX113" fmla="*/ 341305 w 490508"/>
              <a:gd name="connsiteY113" fmla="*/ 198335 h 889808"/>
              <a:gd name="connsiteX114" fmla="*/ 315407 w 490508"/>
              <a:gd name="connsiteY114" fmla="*/ 219337 h 889808"/>
              <a:gd name="connsiteX115" fmla="*/ 304308 w 490508"/>
              <a:gd name="connsiteY115" fmla="*/ 219337 h 889808"/>
              <a:gd name="connsiteX116" fmla="*/ 282109 w 490508"/>
              <a:gd name="connsiteY116" fmla="*/ 214395 h 889808"/>
              <a:gd name="connsiteX117" fmla="*/ 262377 w 490508"/>
              <a:gd name="connsiteY117" fmla="*/ 188452 h 889808"/>
              <a:gd name="connsiteX118" fmla="*/ 266077 w 490508"/>
              <a:gd name="connsiteY118" fmla="*/ 155096 h 889808"/>
              <a:gd name="connsiteX119" fmla="*/ 298142 w 490508"/>
              <a:gd name="connsiteY119" fmla="*/ 98268 h 889808"/>
              <a:gd name="connsiteX120" fmla="*/ 325273 w 490508"/>
              <a:gd name="connsiteY120" fmla="*/ 78502 h 889808"/>
              <a:gd name="connsiteX121" fmla="*/ 281279 w 490508"/>
              <a:gd name="connsiteY121" fmla="*/ 0 h 889808"/>
              <a:gd name="connsiteX122" fmla="*/ 293564 w 490508"/>
              <a:gd name="connsiteY122" fmla="*/ 3704 h 889808"/>
              <a:gd name="connsiteX123" fmla="*/ 293564 w 490508"/>
              <a:gd name="connsiteY123" fmla="*/ 17287 h 889808"/>
              <a:gd name="connsiteX124" fmla="*/ 229685 w 490508"/>
              <a:gd name="connsiteY124" fmla="*/ 128419 h 889808"/>
              <a:gd name="connsiteX125" fmla="*/ 219858 w 490508"/>
              <a:gd name="connsiteY125" fmla="*/ 134593 h 889808"/>
              <a:gd name="connsiteX126" fmla="*/ 214944 w 490508"/>
              <a:gd name="connsiteY126" fmla="*/ 133358 h 889808"/>
              <a:gd name="connsiteX127" fmla="*/ 211259 w 490508"/>
              <a:gd name="connsiteY127" fmla="*/ 118540 h 889808"/>
              <a:gd name="connsiteX128" fmla="*/ 261624 w 490508"/>
              <a:gd name="connsiteY128" fmla="*/ 28400 h 889808"/>
              <a:gd name="connsiteX129" fmla="*/ 244426 w 490508"/>
              <a:gd name="connsiteY129" fmla="*/ 33339 h 889808"/>
              <a:gd name="connsiteX130" fmla="*/ 230913 w 490508"/>
              <a:gd name="connsiteY130" fmla="*/ 25931 h 889808"/>
              <a:gd name="connsiteX131" fmla="*/ 238284 w 490508"/>
              <a:gd name="connsiteY131" fmla="*/ 12348 h 889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490508" h="889808">
                <a:moveTo>
                  <a:pt x="245548" y="634331"/>
                </a:moveTo>
                <a:cubicBezTo>
                  <a:pt x="250391" y="634331"/>
                  <a:pt x="256444" y="639292"/>
                  <a:pt x="256444" y="645493"/>
                </a:cubicBezTo>
                <a:lnTo>
                  <a:pt x="256444" y="848882"/>
                </a:lnTo>
                <a:cubicBezTo>
                  <a:pt x="262497" y="852603"/>
                  <a:pt x="266129" y="860044"/>
                  <a:pt x="266129" y="868725"/>
                </a:cubicBezTo>
                <a:cubicBezTo>
                  <a:pt x="266129" y="879887"/>
                  <a:pt x="256444" y="889808"/>
                  <a:pt x="245548" y="889808"/>
                </a:cubicBezTo>
                <a:cubicBezTo>
                  <a:pt x="233442" y="889808"/>
                  <a:pt x="223757" y="879887"/>
                  <a:pt x="223757" y="868725"/>
                </a:cubicBezTo>
                <a:cubicBezTo>
                  <a:pt x="223757" y="860044"/>
                  <a:pt x="228599" y="852603"/>
                  <a:pt x="234652" y="848882"/>
                </a:cubicBezTo>
                <a:lnTo>
                  <a:pt x="234652" y="645493"/>
                </a:lnTo>
                <a:cubicBezTo>
                  <a:pt x="234652" y="639292"/>
                  <a:pt x="239495" y="634331"/>
                  <a:pt x="245548" y="634331"/>
                </a:cubicBezTo>
                <a:close/>
                <a:moveTo>
                  <a:pt x="300823" y="600683"/>
                </a:moveTo>
                <a:cubicBezTo>
                  <a:pt x="306953" y="600683"/>
                  <a:pt x="310632" y="606885"/>
                  <a:pt x="310632" y="613087"/>
                </a:cubicBezTo>
                <a:lnTo>
                  <a:pt x="310632" y="785504"/>
                </a:lnTo>
                <a:lnTo>
                  <a:pt x="342511" y="785504"/>
                </a:lnTo>
                <a:cubicBezTo>
                  <a:pt x="348642" y="785504"/>
                  <a:pt x="354772" y="790465"/>
                  <a:pt x="354772" y="796667"/>
                </a:cubicBezTo>
                <a:lnTo>
                  <a:pt x="354772" y="825197"/>
                </a:lnTo>
                <a:cubicBezTo>
                  <a:pt x="360903" y="828918"/>
                  <a:pt x="364581" y="836360"/>
                  <a:pt x="364581" y="845043"/>
                </a:cubicBezTo>
                <a:cubicBezTo>
                  <a:pt x="364581" y="856207"/>
                  <a:pt x="354772" y="866130"/>
                  <a:pt x="342511" y="866130"/>
                </a:cubicBezTo>
                <a:cubicBezTo>
                  <a:pt x="331476" y="866130"/>
                  <a:pt x="321667" y="856207"/>
                  <a:pt x="321667" y="845043"/>
                </a:cubicBezTo>
                <a:cubicBezTo>
                  <a:pt x="321667" y="836360"/>
                  <a:pt x="326571" y="828918"/>
                  <a:pt x="331476" y="825197"/>
                </a:cubicBezTo>
                <a:lnTo>
                  <a:pt x="331476" y="807831"/>
                </a:lnTo>
                <a:lnTo>
                  <a:pt x="300823" y="807831"/>
                </a:lnTo>
                <a:cubicBezTo>
                  <a:pt x="294692" y="807831"/>
                  <a:pt x="288561" y="802870"/>
                  <a:pt x="288561" y="796667"/>
                </a:cubicBezTo>
                <a:lnTo>
                  <a:pt x="288561" y="613087"/>
                </a:lnTo>
                <a:cubicBezTo>
                  <a:pt x="288561" y="606885"/>
                  <a:pt x="294692" y="600683"/>
                  <a:pt x="300823" y="600683"/>
                </a:cubicBezTo>
                <a:close/>
                <a:moveTo>
                  <a:pt x="190293" y="600683"/>
                </a:moveTo>
                <a:cubicBezTo>
                  <a:pt x="196422" y="600683"/>
                  <a:pt x="201325" y="606885"/>
                  <a:pt x="201325" y="613087"/>
                </a:cubicBezTo>
                <a:lnTo>
                  <a:pt x="201325" y="796667"/>
                </a:lnTo>
                <a:cubicBezTo>
                  <a:pt x="201325" y="802870"/>
                  <a:pt x="196422" y="807831"/>
                  <a:pt x="190293" y="807831"/>
                </a:cubicBezTo>
                <a:lnTo>
                  <a:pt x="158422" y="807831"/>
                </a:lnTo>
                <a:lnTo>
                  <a:pt x="158422" y="825197"/>
                </a:lnTo>
                <a:cubicBezTo>
                  <a:pt x="164551" y="828918"/>
                  <a:pt x="169454" y="836360"/>
                  <a:pt x="169454" y="845043"/>
                </a:cubicBezTo>
                <a:cubicBezTo>
                  <a:pt x="169454" y="856207"/>
                  <a:pt x="158422" y="866130"/>
                  <a:pt x="147389" y="866130"/>
                </a:cubicBezTo>
                <a:cubicBezTo>
                  <a:pt x="136357" y="866130"/>
                  <a:pt x="126551" y="856207"/>
                  <a:pt x="126551" y="845043"/>
                </a:cubicBezTo>
                <a:cubicBezTo>
                  <a:pt x="126551" y="836360"/>
                  <a:pt x="130228" y="828918"/>
                  <a:pt x="136357" y="825197"/>
                </a:cubicBezTo>
                <a:lnTo>
                  <a:pt x="136357" y="796667"/>
                </a:lnTo>
                <a:cubicBezTo>
                  <a:pt x="136357" y="790465"/>
                  <a:pt x="141260" y="785504"/>
                  <a:pt x="147389" y="785504"/>
                </a:cubicBezTo>
                <a:lnTo>
                  <a:pt x="179260" y="785504"/>
                </a:lnTo>
                <a:lnTo>
                  <a:pt x="179260" y="613087"/>
                </a:lnTo>
                <a:cubicBezTo>
                  <a:pt x="179260" y="606885"/>
                  <a:pt x="184164" y="600683"/>
                  <a:pt x="190293" y="600683"/>
                </a:cubicBezTo>
                <a:close/>
                <a:moveTo>
                  <a:pt x="277884" y="287673"/>
                </a:moveTo>
                <a:lnTo>
                  <a:pt x="286586" y="319997"/>
                </a:lnTo>
                <a:cubicBezTo>
                  <a:pt x="338795" y="315024"/>
                  <a:pt x="392247" y="305078"/>
                  <a:pt x="445700" y="287673"/>
                </a:cubicBezTo>
                <a:close/>
                <a:moveTo>
                  <a:pt x="41700" y="287673"/>
                </a:moveTo>
                <a:cubicBezTo>
                  <a:pt x="113799" y="312538"/>
                  <a:pt x="188383" y="323727"/>
                  <a:pt x="264210" y="319997"/>
                </a:cubicBezTo>
                <a:lnTo>
                  <a:pt x="255509" y="287673"/>
                </a:lnTo>
                <a:close/>
                <a:moveTo>
                  <a:pt x="248050" y="201889"/>
                </a:moveTo>
                <a:cubicBezTo>
                  <a:pt x="253023" y="203132"/>
                  <a:pt x="255509" y="205618"/>
                  <a:pt x="256752" y="210591"/>
                </a:cubicBezTo>
                <a:lnTo>
                  <a:pt x="272912" y="265294"/>
                </a:lnTo>
                <a:lnTo>
                  <a:pt x="463103" y="265294"/>
                </a:lnTo>
                <a:cubicBezTo>
                  <a:pt x="474290" y="265294"/>
                  <a:pt x="482992" y="271511"/>
                  <a:pt x="487964" y="281457"/>
                </a:cubicBezTo>
                <a:cubicBezTo>
                  <a:pt x="491693" y="288916"/>
                  <a:pt x="491693" y="300105"/>
                  <a:pt x="485478" y="307565"/>
                </a:cubicBezTo>
                <a:lnTo>
                  <a:pt x="368629" y="552485"/>
                </a:lnTo>
                <a:cubicBezTo>
                  <a:pt x="358684" y="571134"/>
                  <a:pt x="354955" y="592269"/>
                  <a:pt x="354955" y="614648"/>
                </a:cubicBezTo>
                <a:lnTo>
                  <a:pt x="354955" y="709135"/>
                </a:lnTo>
                <a:cubicBezTo>
                  <a:pt x="354955" y="715351"/>
                  <a:pt x="348740" y="721567"/>
                  <a:pt x="342524" y="721567"/>
                </a:cubicBezTo>
                <a:cubicBezTo>
                  <a:pt x="337552" y="721567"/>
                  <a:pt x="331337" y="715351"/>
                  <a:pt x="331337" y="709135"/>
                </a:cubicBezTo>
                <a:lnTo>
                  <a:pt x="331337" y="614648"/>
                </a:lnTo>
                <a:cubicBezTo>
                  <a:pt x="331337" y="589782"/>
                  <a:pt x="337552" y="563674"/>
                  <a:pt x="348740" y="542539"/>
                </a:cubicBezTo>
                <a:lnTo>
                  <a:pt x="463103" y="306322"/>
                </a:lnTo>
                <a:cubicBezTo>
                  <a:pt x="387275" y="331187"/>
                  <a:pt x="312691" y="343619"/>
                  <a:pt x="239349" y="343619"/>
                </a:cubicBezTo>
                <a:cubicBezTo>
                  <a:pt x="167251" y="343619"/>
                  <a:pt x="96395" y="331187"/>
                  <a:pt x="28026" y="306322"/>
                </a:cubicBezTo>
                <a:lnTo>
                  <a:pt x="141146" y="542539"/>
                </a:lnTo>
                <a:cubicBezTo>
                  <a:pt x="153577" y="563674"/>
                  <a:pt x="158549" y="589782"/>
                  <a:pt x="158549" y="614648"/>
                </a:cubicBezTo>
                <a:lnTo>
                  <a:pt x="158549" y="709135"/>
                </a:lnTo>
                <a:cubicBezTo>
                  <a:pt x="158549" y="715351"/>
                  <a:pt x="153577" y="721567"/>
                  <a:pt x="147361" y="721567"/>
                </a:cubicBezTo>
                <a:cubicBezTo>
                  <a:pt x="141146" y="721567"/>
                  <a:pt x="136174" y="715351"/>
                  <a:pt x="136174" y="709135"/>
                </a:cubicBezTo>
                <a:lnTo>
                  <a:pt x="136174" y="614648"/>
                </a:lnTo>
                <a:cubicBezTo>
                  <a:pt x="136174" y="592269"/>
                  <a:pt x="131202" y="571134"/>
                  <a:pt x="121257" y="552485"/>
                </a:cubicBezTo>
                <a:lnTo>
                  <a:pt x="4408" y="307565"/>
                </a:lnTo>
                <a:cubicBezTo>
                  <a:pt x="-564" y="300105"/>
                  <a:pt x="-1807" y="288916"/>
                  <a:pt x="3165" y="281457"/>
                </a:cubicBezTo>
                <a:cubicBezTo>
                  <a:pt x="6894" y="271511"/>
                  <a:pt x="15596" y="265294"/>
                  <a:pt x="26783" y="265294"/>
                </a:cubicBezTo>
                <a:lnTo>
                  <a:pt x="249294" y="265294"/>
                </a:lnTo>
                <a:lnTo>
                  <a:pt x="243078" y="241673"/>
                </a:lnTo>
                <a:lnTo>
                  <a:pt x="234377" y="256592"/>
                </a:lnTo>
                <a:cubicBezTo>
                  <a:pt x="230647" y="262808"/>
                  <a:pt x="223189" y="264051"/>
                  <a:pt x="218217" y="261565"/>
                </a:cubicBezTo>
                <a:cubicBezTo>
                  <a:pt x="213244" y="257835"/>
                  <a:pt x="212001" y="251619"/>
                  <a:pt x="214487" y="245402"/>
                </a:cubicBezTo>
                <a:lnTo>
                  <a:pt x="236863" y="206862"/>
                </a:lnTo>
                <a:cubicBezTo>
                  <a:pt x="239349" y="203132"/>
                  <a:pt x="243078" y="200646"/>
                  <a:pt x="248050" y="201889"/>
                </a:cubicBezTo>
                <a:close/>
                <a:moveTo>
                  <a:pt x="138572" y="124429"/>
                </a:moveTo>
                <a:cubicBezTo>
                  <a:pt x="136106" y="124429"/>
                  <a:pt x="132406" y="125665"/>
                  <a:pt x="128706" y="126900"/>
                </a:cubicBezTo>
                <a:cubicBezTo>
                  <a:pt x="118840" y="133078"/>
                  <a:pt x="115141" y="146668"/>
                  <a:pt x="120074" y="156552"/>
                </a:cubicBezTo>
                <a:lnTo>
                  <a:pt x="153371" y="212149"/>
                </a:lnTo>
                <a:cubicBezTo>
                  <a:pt x="155838" y="218326"/>
                  <a:pt x="160771" y="220797"/>
                  <a:pt x="165704" y="222033"/>
                </a:cubicBezTo>
                <a:cubicBezTo>
                  <a:pt x="170637" y="224504"/>
                  <a:pt x="176803" y="223268"/>
                  <a:pt x="182969" y="220797"/>
                </a:cubicBezTo>
                <a:cubicBezTo>
                  <a:pt x="186669" y="218326"/>
                  <a:pt x="190369" y="213384"/>
                  <a:pt x="192835" y="207207"/>
                </a:cubicBezTo>
                <a:cubicBezTo>
                  <a:pt x="194069" y="202265"/>
                  <a:pt x="192835" y="196087"/>
                  <a:pt x="190369" y="191146"/>
                </a:cubicBezTo>
                <a:lnTo>
                  <a:pt x="157071" y="135549"/>
                </a:lnTo>
                <a:cubicBezTo>
                  <a:pt x="154605" y="130607"/>
                  <a:pt x="149672" y="126900"/>
                  <a:pt x="144739" y="125665"/>
                </a:cubicBezTo>
                <a:cubicBezTo>
                  <a:pt x="142272" y="125665"/>
                  <a:pt x="141039" y="124429"/>
                  <a:pt x="138572" y="124429"/>
                </a:cubicBezTo>
                <a:close/>
                <a:moveTo>
                  <a:pt x="149672" y="103426"/>
                </a:moveTo>
                <a:cubicBezTo>
                  <a:pt x="162004" y="107133"/>
                  <a:pt x="170637" y="114546"/>
                  <a:pt x="176803" y="124429"/>
                </a:cubicBezTo>
                <a:lnTo>
                  <a:pt x="208868" y="180026"/>
                </a:lnTo>
                <a:cubicBezTo>
                  <a:pt x="215034" y="191146"/>
                  <a:pt x="216267" y="202265"/>
                  <a:pt x="213801" y="213384"/>
                </a:cubicBezTo>
                <a:cubicBezTo>
                  <a:pt x="210101" y="224504"/>
                  <a:pt x="203935" y="234387"/>
                  <a:pt x="192835" y="240565"/>
                </a:cubicBezTo>
                <a:cubicBezTo>
                  <a:pt x="186669" y="243036"/>
                  <a:pt x="179270" y="245507"/>
                  <a:pt x="170637" y="245507"/>
                </a:cubicBezTo>
                <a:cubicBezTo>
                  <a:pt x="168170" y="245507"/>
                  <a:pt x="163237" y="245507"/>
                  <a:pt x="159538" y="244271"/>
                </a:cubicBezTo>
                <a:cubicBezTo>
                  <a:pt x="149672" y="241800"/>
                  <a:pt x="139806" y="234387"/>
                  <a:pt x="134873" y="224504"/>
                </a:cubicBezTo>
                <a:lnTo>
                  <a:pt x="101575" y="167671"/>
                </a:lnTo>
                <a:cubicBezTo>
                  <a:pt x="90476" y="146668"/>
                  <a:pt x="96642" y="120723"/>
                  <a:pt x="117607" y="108368"/>
                </a:cubicBezTo>
                <a:cubicBezTo>
                  <a:pt x="127473" y="102191"/>
                  <a:pt x="139806" y="100955"/>
                  <a:pt x="149672" y="103426"/>
                </a:cubicBezTo>
                <a:close/>
                <a:moveTo>
                  <a:pt x="336372" y="98268"/>
                </a:moveTo>
                <a:cubicBezTo>
                  <a:pt x="335139" y="98268"/>
                  <a:pt x="332673" y="99504"/>
                  <a:pt x="331439" y="99504"/>
                </a:cubicBezTo>
                <a:cubicBezTo>
                  <a:pt x="325273" y="100739"/>
                  <a:pt x="320340" y="104445"/>
                  <a:pt x="317874" y="109387"/>
                </a:cubicBezTo>
                <a:lnTo>
                  <a:pt x="285809" y="166215"/>
                </a:lnTo>
                <a:cubicBezTo>
                  <a:pt x="279643" y="176098"/>
                  <a:pt x="283342" y="189687"/>
                  <a:pt x="293209" y="194629"/>
                </a:cubicBezTo>
                <a:cubicBezTo>
                  <a:pt x="298142" y="197100"/>
                  <a:pt x="304308" y="198335"/>
                  <a:pt x="309241" y="197100"/>
                </a:cubicBezTo>
                <a:cubicBezTo>
                  <a:pt x="315407" y="195864"/>
                  <a:pt x="320340" y="192158"/>
                  <a:pt x="322807" y="187217"/>
                </a:cubicBezTo>
                <a:lnTo>
                  <a:pt x="354871" y="131624"/>
                </a:lnTo>
                <a:cubicBezTo>
                  <a:pt x="361037" y="120505"/>
                  <a:pt x="357338" y="108152"/>
                  <a:pt x="347472" y="101975"/>
                </a:cubicBezTo>
                <a:cubicBezTo>
                  <a:pt x="343772" y="99504"/>
                  <a:pt x="340072" y="98268"/>
                  <a:pt x="336372" y="98268"/>
                </a:cubicBezTo>
                <a:close/>
                <a:moveTo>
                  <a:pt x="325273" y="78502"/>
                </a:moveTo>
                <a:cubicBezTo>
                  <a:pt x="336372" y="74796"/>
                  <a:pt x="348705" y="77267"/>
                  <a:pt x="358571" y="83444"/>
                </a:cubicBezTo>
                <a:cubicBezTo>
                  <a:pt x="378303" y="94562"/>
                  <a:pt x="385702" y="121741"/>
                  <a:pt x="374603" y="141507"/>
                </a:cubicBezTo>
                <a:lnTo>
                  <a:pt x="341305" y="198335"/>
                </a:lnTo>
                <a:cubicBezTo>
                  <a:pt x="335139" y="208218"/>
                  <a:pt x="326506" y="215631"/>
                  <a:pt x="315407" y="219337"/>
                </a:cubicBezTo>
                <a:cubicBezTo>
                  <a:pt x="311707" y="219337"/>
                  <a:pt x="308008" y="219337"/>
                  <a:pt x="304308" y="219337"/>
                </a:cubicBezTo>
                <a:cubicBezTo>
                  <a:pt x="296908" y="219337"/>
                  <a:pt x="288275" y="218101"/>
                  <a:pt x="282109" y="214395"/>
                </a:cubicBezTo>
                <a:cubicBezTo>
                  <a:pt x="272243" y="208218"/>
                  <a:pt x="264844" y="199570"/>
                  <a:pt x="262377" y="188452"/>
                </a:cubicBezTo>
                <a:cubicBezTo>
                  <a:pt x="259911" y="176098"/>
                  <a:pt x="261144" y="163744"/>
                  <a:pt x="266077" y="155096"/>
                </a:cubicBezTo>
                <a:lnTo>
                  <a:pt x="298142" y="98268"/>
                </a:lnTo>
                <a:cubicBezTo>
                  <a:pt x="304308" y="88385"/>
                  <a:pt x="314174" y="80973"/>
                  <a:pt x="325273" y="78502"/>
                </a:cubicBezTo>
                <a:close/>
                <a:moveTo>
                  <a:pt x="281279" y="0"/>
                </a:moveTo>
                <a:cubicBezTo>
                  <a:pt x="286193" y="0"/>
                  <a:pt x="289879" y="1235"/>
                  <a:pt x="293564" y="3704"/>
                </a:cubicBezTo>
                <a:cubicBezTo>
                  <a:pt x="296021" y="7409"/>
                  <a:pt x="296021" y="12348"/>
                  <a:pt x="293564" y="17287"/>
                </a:cubicBezTo>
                <a:lnTo>
                  <a:pt x="229685" y="128419"/>
                </a:lnTo>
                <a:cubicBezTo>
                  <a:pt x="227228" y="132123"/>
                  <a:pt x="223543" y="134593"/>
                  <a:pt x="219858" y="134593"/>
                </a:cubicBezTo>
                <a:cubicBezTo>
                  <a:pt x="218629" y="134593"/>
                  <a:pt x="216172" y="133358"/>
                  <a:pt x="214944" y="133358"/>
                </a:cubicBezTo>
                <a:cubicBezTo>
                  <a:pt x="208802" y="129654"/>
                  <a:pt x="207573" y="123480"/>
                  <a:pt x="211259" y="118540"/>
                </a:cubicBezTo>
                <a:lnTo>
                  <a:pt x="261624" y="28400"/>
                </a:lnTo>
                <a:lnTo>
                  <a:pt x="244426" y="33339"/>
                </a:lnTo>
                <a:cubicBezTo>
                  <a:pt x="238284" y="34574"/>
                  <a:pt x="232142" y="30870"/>
                  <a:pt x="230913" y="25931"/>
                </a:cubicBezTo>
                <a:cubicBezTo>
                  <a:pt x="229685" y="19757"/>
                  <a:pt x="233370" y="13583"/>
                  <a:pt x="238284" y="12348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</a:ln>
        </p:spPr>
        <p:txBody>
          <a:bodyPr vert="horz" wrap="square" lIns="45000" tIns="22500" rIns="45000" bIns="22500" anchor="ctr" anchorCtr="1" compatLnSpc="0">
            <a:noAutofit/>
          </a:bodyPr>
          <a:lstStyle/>
          <a:p>
            <a:pPr hangingPunct="0"/>
            <a:endParaRPr lang="en-US" sz="900" kern="1200">
              <a:latin typeface="Poppins" panose="00000500000000000000" pitchFamily="2" charset="0"/>
              <a:ea typeface="Microsoft YaHei" pitchFamily="2"/>
              <a:cs typeface="Lucida Sans" pitchFamily="2"/>
            </a:endParaRP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C4140069-7688-E8AD-56D9-E7DEFBA6C69D}"/>
              </a:ext>
            </a:extLst>
          </p:cNvPr>
          <p:cNvSpPr/>
          <p:nvPr/>
        </p:nvSpPr>
        <p:spPr>
          <a:xfrm>
            <a:off x="7730839" y="4755611"/>
            <a:ext cx="392879" cy="427457"/>
          </a:xfrm>
          <a:custGeom>
            <a:avLst/>
            <a:gdLst>
              <a:gd name="connsiteX0" fmla="*/ 214503 w 785758"/>
              <a:gd name="connsiteY0" fmla="*/ 551989 h 854913"/>
              <a:gd name="connsiteX1" fmla="*/ 188382 w 785758"/>
              <a:gd name="connsiteY1" fmla="*/ 574336 h 854913"/>
              <a:gd name="connsiteX2" fmla="*/ 204552 w 785758"/>
              <a:gd name="connsiteY2" fmla="*/ 832566 h 854913"/>
              <a:gd name="connsiteX3" fmla="*/ 588908 w 785758"/>
              <a:gd name="connsiteY3" fmla="*/ 832566 h 854913"/>
              <a:gd name="connsiteX4" fmla="*/ 605078 w 785758"/>
              <a:gd name="connsiteY4" fmla="*/ 574336 h 854913"/>
              <a:gd name="connsiteX5" fmla="*/ 578957 w 785758"/>
              <a:gd name="connsiteY5" fmla="*/ 551989 h 854913"/>
              <a:gd name="connsiteX6" fmla="*/ 214503 w 785758"/>
              <a:gd name="connsiteY6" fmla="*/ 528401 h 854913"/>
              <a:gd name="connsiteX7" fmla="*/ 578957 w 785758"/>
              <a:gd name="connsiteY7" fmla="*/ 528401 h 854913"/>
              <a:gd name="connsiteX8" fmla="*/ 627468 w 785758"/>
              <a:gd name="connsiteY8" fmla="*/ 574336 h 854913"/>
              <a:gd name="connsiteX9" fmla="*/ 622492 w 785758"/>
              <a:gd name="connsiteY9" fmla="*/ 655033 h 854913"/>
              <a:gd name="connsiteX10" fmla="*/ 717026 w 785758"/>
              <a:gd name="connsiteY10" fmla="*/ 682346 h 854913"/>
              <a:gd name="connsiteX11" fmla="*/ 720758 w 785758"/>
              <a:gd name="connsiteY11" fmla="*/ 698485 h 854913"/>
              <a:gd name="connsiteX12" fmla="*/ 710807 w 785758"/>
              <a:gd name="connsiteY12" fmla="*/ 702210 h 854913"/>
              <a:gd name="connsiteX13" fmla="*/ 704588 w 785758"/>
              <a:gd name="connsiteY13" fmla="*/ 700968 h 854913"/>
              <a:gd name="connsiteX14" fmla="*/ 621249 w 785758"/>
              <a:gd name="connsiteY14" fmla="*/ 678621 h 854913"/>
              <a:gd name="connsiteX15" fmla="*/ 611298 w 785758"/>
              <a:gd name="connsiteY15" fmla="*/ 832566 h 854913"/>
              <a:gd name="connsiteX16" fmla="*/ 634931 w 785758"/>
              <a:gd name="connsiteY16" fmla="*/ 832566 h 854913"/>
              <a:gd name="connsiteX17" fmla="*/ 646126 w 785758"/>
              <a:gd name="connsiteY17" fmla="*/ 843740 h 854913"/>
              <a:gd name="connsiteX18" fmla="*/ 634931 w 785758"/>
              <a:gd name="connsiteY18" fmla="*/ 854913 h 854913"/>
              <a:gd name="connsiteX19" fmla="*/ 600103 w 785758"/>
              <a:gd name="connsiteY19" fmla="*/ 854913 h 854913"/>
              <a:gd name="connsiteX20" fmla="*/ 194601 w 785758"/>
              <a:gd name="connsiteY20" fmla="*/ 854913 h 854913"/>
              <a:gd name="connsiteX21" fmla="*/ 158529 w 785758"/>
              <a:gd name="connsiteY21" fmla="*/ 854913 h 854913"/>
              <a:gd name="connsiteX22" fmla="*/ 147334 w 785758"/>
              <a:gd name="connsiteY22" fmla="*/ 843740 h 854913"/>
              <a:gd name="connsiteX23" fmla="*/ 158529 w 785758"/>
              <a:gd name="connsiteY23" fmla="*/ 832566 h 854913"/>
              <a:gd name="connsiteX24" fmla="*/ 182163 w 785758"/>
              <a:gd name="connsiteY24" fmla="*/ 832566 h 854913"/>
              <a:gd name="connsiteX25" fmla="*/ 172212 w 785758"/>
              <a:gd name="connsiteY25" fmla="*/ 677380 h 854913"/>
              <a:gd name="connsiteX26" fmla="*/ 82653 w 785758"/>
              <a:gd name="connsiteY26" fmla="*/ 700968 h 854913"/>
              <a:gd name="connsiteX27" fmla="*/ 76434 w 785758"/>
              <a:gd name="connsiteY27" fmla="*/ 702210 h 854913"/>
              <a:gd name="connsiteX28" fmla="*/ 67727 w 785758"/>
              <a:gd name="connsiteY28" fmla="*/ 697244 h 854913"/>
              <a:gd name="connsiteX29" fmla="*/ 70214 w 785758"/>
              <a:gd name="connsiteY29" fmla="*/ 682346 h 854913"/>
              <a:gd name="connsiteX30" fmla="*/ 170968 w 785758"/>
              <a:gd name="connsiteY30" fmla="*/ 655033 h 854913"/>
              <a:gd name="connsiteX31" fmla="*/ 165992 w 785758"/>
              <a:gd name="connsiteY31" fmla="*/ 574336 h 854913"/>
              <a:gd name="connsiteX32" fmla="*/ 214503 w 785758"/>
              <a:gd name="connsiteY32" fmla="*/ 528401 h 854913"/>
              <a:gd name="connsiteX33" fmla="*/ 214447 w 785758"/>
              <a:gd name="connsiteY33" fmla="*/ 418733 h 854913"/>
              <a:gd name="connsiteX34" fmla="*/ 571549 w 785758"/>
              <a:gd name="connsiteY34" fmla="*/ 418733 h 854913"/>
              <a:gd name="connsiteX35" fmla="*/ 725837 w 785758"/>
              <a:gd name="connsiteY35" fmla="*/ 534258 h 854913"/>
              <a:gd name="connsiteX36" fmla="*/ 784318 w 785758"/>
              <a:gd name="connsiteY36" fmla="*/ 742950 h 854913"/>
              <a:gd name="connsiteX37" fmla="*/ 775608 w 785758"/>
              <a:gd name="connsiteY37" fmla="*/ 785185 h 854913"/>
              <a:gd name="connsiteX38" fmla="*/ 738280 w 785758"/>
              <a:gd name="connsiteY38" fmla="*/ 803818 h 854913"/>
              <a:gd name="connsiteX39" fmla="*/ 662380 w 785758"/>
              <a:gd name="connsiteY39" fmla="*/ 803818 h 854913"/>
              <a:gd name="connsiteX40" fmla="*/ 651182 w 785758"/>
              <a:gd name="connsiteY40" fmla="*/ 792638 h 854913"/>
              <a:gd name="connsiteX41" fmla="*/ 662380 w 785758"/>
              <a:gd name="connsiteY41" fmla="*/ 781458 h 854913"/>
              <a:gd name="connsiteX42" fmla="*/ 738280 w 785758"/>
              <a:gd name="connsiteY42" fmla="*/ 781458 h 854913"/>
              <a:gd name="connsiteX43" fmla="*/ 758188 w 785758"/>
              <a:gd name="connsiteY43" fmla="*/ 771521 h 854913"/>
              <a:gd name="connsiteX44" fmla="*/ 763165 w 785758"/>
              <a:gd name="connsiteY44" fmla="*/ 749161 h 854913"/>
              <a:gd name="connsiteX45" fmla="*/ 703441 w 785758"/>
              <a:gd name="connsiteY45" fmla="*/ 540470 h 854913"/>
              <a:gd name="connsiteX46" fmla="*/ 571549 w 785758"/>
              <a:gd name="connsiteY46" fmla="*/ 439851 h 854913"/>
              <a:gd name="connsiteX47" fmla="*/ 214447 w 785758"/>
              <a:gd name="connsiteY47" fmla="*/ 439851 h 854913"/>
              <a:gd name="connsiteX48" fmla="*/ 81312 w 785758"/>
              <a:gd name="connsiteY48" fmla="*/ 540470 h 854913"/>
              <a:gd name="connsiteX49" fmla="*/ 22832 w 785758"/>
              <a:gd name="connsiteY49" fmla="*/ 749161 h 854913"/>
              <a:gd name="connsiteX50" fmla="*/ 27809 w 785758"/>
              <a:gd name="connsiteY50" fmla="*/ 771521 h 854913"/>
              <a:gd name="connsiteX51" fmla="*/ 47717 w 785758"/>
              <a:gd name="connsiteY51" fmla="*/ 781458 h 854913"/>
              <a:gd name="connsiteX52" fmla="*/ 128594 w 785758"/>
              <a:gd name="connsiteY52" fmla="*/ 781458 h 854913"/>
              <a:gd name="connsiteX53" fmla="*/ 139792 w 785758"/>
              <a:gd name="connsiteY53" fmla="*/ 792638 h 854913"/>
              <a:gd name="connsiteX54" fmla="*/ 128594 w 785758"/>
              <a:gd name="connsiteY54" fmla="*/ 803818 h 854913"/>
              <a:gd name="connsiteX55" fmla="*/ 47717 w 785758"/>
              <a:gd name="connsiteY55" fmla="*/ 803818 h 854913"/>
              <a:gd name="connsiteX56" fmla="*/ 9145 w 785758"/>
              <a:gd name="connsiteY56" fmla="*/ 785185 h 854913"/>
              <a:gd name="connsiteX57" fmla="*/ 1679 w 785758"/>
              <a:gd name="connsiteY57" fmla="*/ 742950 h 854913"/>
              <a:gd name="connsiteX58" fmla="*/ 60159 w 785758"/>
              <a:gd name="connsiteY58" fmla="*/ 534258 h 854913"/>
              <a:gd name="connsiteX59" fmla="*/ 214447 w 785758"/>
              <a:gd name="connsiteY59" fmla="*/ 418733 h 854913"/>
              <a:gd name="connsiteX60" fmla="*/ 392436 w 785758"/>
              <a:gd name="connsiteY60" fmla="*/ 240902 h 854913"/>
              <a:gd name="connsiteX61" fmla="*/ 363867 w 785758"/>
              <a:gd name="connsiteY61" fmla="*/ 258287 h 854913"/>
              <a:gd name="connsiteX62" fmla="*/ 392436 w 785758"/>
              <a:gd name="connsiteY62" fmla="*/ 276913 h 854913"/>
              <a:gd name="connsiteX63" fmla="*/ 422247 w 785758"/>
              <a:gd name="connsiteY63" fmla="*/ 258287 h 854913"/>
              <a:gd name="connsiteX64" fmla="*/ 392436 w 785758"/>
              <a:gd name="connsiteY64" fmla="*/ 240902 h 854913"/>
              <a:gd name="connsiteX65" fmla="*/ 565092 w 785758"/>
              <a:gd name="connsiteY65" fmla="*/ 207374 h 854913"/>
              <a:gd name="connsiteX66" fmla="*/ 551429 w 785758"/>
              <a:gd name="connsiteY66" fmla="*/ 248353 h 854913"/>
              <a:gd name="connsiteX67" fmla="*/ 560124 w 785758"/>
              <a:gd name="connsiteY67" fmla="*/ 248353 h 854913"/>
              <a:gd name="connsiteX68" fmla="*/ 575029 w 785758"/>
              <a:gd name="connsiteY68" fmla="*/ 239660 h 854913"/>
              <a:gd name="connsiteX69" fmla="*/ 575029 w 785758"/>
              <a:gd name="connsiteY69" fmla="*/ 223517 h 854913"/>
              <a:gd name="connsiteX70" fmla="*/ 394920 w 785758"/>
              <a:gd name="connsiteY70" fmla="*/ 22352 h 854913"/>
              <a:gd name="connsiteX71" fmla="*/ 244622 w 785758"/>
              <a:gd name="connsiteY71" fmla="*/ 172605 h 854913"/>
              <a:gd name="connsiteX72" fmla="*/ 394920 w 785758"/>
              <a:gd name="connsiteY72" fmla="*/ 324100 h 854913"/>
              <a:gd name="connsiteX73" fmla="*/ 510439 w 785758"/>
              <a:gd name="connsiteY73" fmla="*/ 270704 h 854913"/>
              <a:gd name="connsiteX74" fmla="*/ 443363 w 785758"/>
              <a:gd name="connsiteY74" fmla="*/ 270704 h 854913"/>
              <a:gd name="connsiteX75" fmla="*/ 392436 w 785758"/>
              <a:gd name="connsiteY75" fmla="*/ 299265 h 854913"/>
              <a:gd name="connsiteX76" fmla="*/ 340266 w 785758"/>
              <a:gd name="connsiteY76" fmla="*/ 258287 h 854913"/>
              <a:gd name="connsiteX77" fmla="*/ 392436 w 785758"/>
              <a:gd name="connsiteY77" fmla="*/ 218550 h 854913"/>
              <a:gd name="connsiteX78" fmla="*/ 443363 w 785758"/>
              <a:gd name="connsiteY78" fmla="*/ 248353 h 854913"/>
              <a:gd name="connsiteX79" fmla="*/ 526586 w 785758"/>
              <a:gd name="connsiteY79" fmla="*/ 248353 h 854913"/>
              <a:gd name="connsiteX80" fmla="*/ 546460 w 785758"/>
              <a:gd name="connsiteY80" fmla="*/ 172605 h 854913"/>
              <a:gd name="connsiteX81" fmla="*/ 394920 w 785758"/>
              <a:gd name="connsiteY81" fmla="*/ 22352 h 854913"/>
              <a:gd name="connsiteX82" fmla="*/ 394920 w 785758"/>
              <a:gd name="connsiteY82" fmla="*/ 0 h 854913"/>
              <a:gd name="connsiteX83" fmla="*/ 568819 w 785758"/>
              <a:gd name="connsiteY83" fmla="*/ 168880 h 854913"/>
              <a:gd name="connsiteX84" fmla="*/ 593661 w 785758"/>
              <a:gd name="connsiteY84" fmla="*/ 212342 h 854913"/>
              <a:gd name="connsiteX85" fmla="*/ 593661 w 785758"/>
              <a:gd name="connsiteY85" fmla="*/ 250836 h 854913"/>
              <a:gd name="connsiteX86" fmla="*/ 560124 w 785758"/>
              <a:gd name="connsiteY86" fmla="*/ 270704 h 854913"/>
              <a:gd name="connsiteX87" fmla="*/ 539008 w 785758"/>
              <a:gd name="connsiteY87" fmla="*/ 270704 h 854913"/>
              <a:gd name="connsiteX88" fmla="*/ 394920 w 785758"/>
              <a:gd name="connsiteY88" fmla="*/ 346452 h 854913"/>
              <a:gd name="connsiteX89" fmla="*/ 222264 w 785758"/>
              <a:gd name="connsiteY89" fmla="*/ 172605 h 854913"/>
              <a:gd name="connsiteX90" fmla="*/ 394920 w 785758"/>
              <a:gd name="connsiteY90" fmla="*/ 0 h 854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785758" h="854913">
                <a:moveTo>
                  <a:pt x="214503" y="551989"/>
                </a:moveTo>
                <a:cubicBezTo>
                  <a:pt x="199577" y="551989"/>
                  <a:pt x="188382" y="561921"/>
                  <a:pt x="188382" y="574336"/>
                </a:cubicBezTo>
                <a:lnTo>
                  <a:pt x="204552" y="832566"/>
                </a:lnTo>
                <a:lnTo>
                  <a:pt x="588908" y="832566"/>
                </a:lnTo>
                <a:lnTo>
                  <a:pt x="605078" y="574336"/>
                </a:lnTo>
                <a:cubicBezTo>
                  <a:pt x="605078" y="561921"/>
                  <a:pt x="593883" y="551989"/>
                  <a:pt x="578957" y="551989"/>
                </a:cubicBezTo>
                <a:close/>
                <a:moveTo>
                  <a:pt x="214503" y="528401"/>
                </a:moveTo>
                <a:lnTo>
                  <a:pt x="578957" y="528401"/>
                </a:lnTo>
                <a:cubicBezTo>
                  <a:pt x="605078" y="528401"/>
                  <a:pt x="627468" y="549506"/>
                  <a:pt x="627468" y="574336"/>
                </a:cubicBezTo>
                <a:lnTo>
                  <a:pt x="622492" y="655033"/>
                </a:lnTo>
                <a:cubicBezTo>
                  <a:pt x="682198" y="658758"/>
                  <a:pt x="715783" y="681104"/>
                  <a:pt x="717026" y="682346"/>
                </a:cubicBezTo>
                <a:cubicBezTo>
                  <a:pt x="722002" y="686070"/>
                  <a:pt x="723246" y="693519"/>
                  <a:pt x="720758" y="698485"/>
                </a:cubicBezTo>
                <a:cubicBezTo>
                  <a:pt x="718270" y="700968"/>
                  <a:pt x="714539" y="702210"/>
                  <a:pt x="710807" y="702210"/>
                </a:cubicBezTo>
                <a:cubicBezTo>
                  <a:pt x="708319" y="702210"/>
                  <a:pt x="707076" y="702210"/>
                  <a:pt x="704588" y="700968"/>
                </a:cubicBezTo>
                <a:cubicBezTo>
                  <a:pt x="704588" y="700968"/>
                  <a:pt x="674735" y="681104"/>
                  <a:pt x="621249" y="678621"/>
                </a:cubicBezTo>
                <a:lnTo>
                  <a:pt x="611298" y="832566"/>
                </a:lnTo>
                <a:lnTo>
                  <a:pt x="634931" y="832566"/>
                </a:lnTo>
                <a:cubicBezTo>
                  <a:pt x="641150" y="832566"/>
                  <a:pt x="646126" y="837532"/>
                  <a:pt x="646126" y="843740"/>
                </a:cubicBezTo>
                <a:cubicBezTo>
                  <a:pt x="646126" y="849947"/>
                  <a:pt x="641150" y="854913"/>
                  <a:pt x="634931" y="854913"/>
                </a:cubicBezTo>
                <a:lnTo>
                  <a:pt x="600103" y="854913"/>
                </a:lnTo>
                <a:lnTo>
                  <a:pt x="194601" y="854913"/>
                </a:lnTo>
                <a:lnTo>
                  <a:pt x="158529" y="854913"/>
                </a:lnTo>
                <a:cubicBezTo>
                  <a:pt x="152310" y="854913"/>
                  <a:pt x="147334" y="849947"/>
                  <a:pt x="147334" y="843740"/>
                </a:cubicBezTo>
                <a:cubicBezTo>
                  <a:pt x="147334" y="837532"/>
                  <a:pt x="152310" y="832566"/>
                  <a:pt x="158529" y="832566"/>
                </a:cubicBezTo>
                <a:lnTo>
                  <a:pt x="182163" y="832566"/>
                </a:lnTo>
                <a:lnTo>
                  <a:pt x="172212" y="677380"/>
                </a:lnTo>
                <a:cubicBezTo>
                  <a:pt x="114994" y="679863"/>
                  <a:pt x="83897" y="700968"/>
                  <a:pt x="82653" y="700968"/>
                </a:cubicBezTo>
                <a:cubicBezTo>
                  <a:pt x="81409" y="702210"/>
                  <a:pt x="78922" y="702210"/>
                  <a:pt x="76434" y="702210"/>
                </a:cubicBezTo>
                <a:cubicBezTo>
                  <a:pt x="72702" y="702210"/>
                  <a:pt x="70214" y="700968"/>
                  <a:pt x="67727" y="697244"/>
                </a:cubicBezTo>
                <a:cubicBezTo>
                  <a:pt x="63995" y="693519"/>
                  <a:pt x="65239" y="684829"/>
                  <a:pt x="70214" y="682346"/>
                </a:cubicBezTo>
                <a:cubicBezTo>
                  <a:pt x="72702" y="681104"/>
                  <a:pt x="107531" y="657516"/>
                  <a:pt x="170968" y="655033"/>
                </a:cubicBezTo>
                <a:lnTo>
                  <a:pt x="165992" y="574336"/>
                </a:lnTo>
                <a:cubicBezTo>
                  <a:pt x="165992" y="549506"/>
                  <a:pt x="188382" y="528401"/>
                  <a:pt x="214503" y="528401"/>
                </a:cubicBezTo>
                <a:close/>
                <a:moveTo>
                  <a:pt x="214447" y="418733"/>
                </a:moveTo>
                <a:lnTo>
                  <a:pt x="571549" y="418733"/>
                </a:lnTo>
                <a:cubicBezTo>
                  <a:pt x="643716" y="418733"/>
                  <a:pt x="705929" y="465937"/>
                  <a:pt x="725837" y="534258"/>
                </a:cubicBezTo>
                <a:lnTo>
                  <a:pt x="784318" y="742950"/>
                </a:lnTo>
                <a:cubicBezTo>
                  <a:pt x="788050" y="757856"/>
                  <a:pt x="784318" y="772763"/>
                  <a:pt x="775608" y="785185"/>
                </a:cubicBezTo>
                <a:cubicBezTo>
                  <a:pt x="765654" y="796365"/>
                  <a:pt x="751967" y="803818"/>
                  <a:pt x="738280" y="803818"/>
                </a:cubicBezTo>
                <a:lnTo>
                  <a:pt x="662380" y="803818"/>
                </a:lnTo>
                <a:cubicBezTo>
                  <a:pt x="656159" y="803818"/>
                  <a:pt x="651182" y="798849"/>
                  <a:pt x="651182" y="792638"/>
                </a:cubicBezTo>
                <a:cubicBezTo>
                  <a:pt x="651182" y="786427"/>
                  <a:pt x="656159" y="781458"/>
                  <a:pt x="662380" y="781458"/>
                </a:cubicBezTo>
                <a:lnTo>
                  <a:pt x="738280" y="781458"/>
                </a:lnTo>
                <a:cubicBezTo>
                  <a:pt x="745746" y="781458"/>
                  <a:pt x="753211" y="777732"/>
                  <a:pt x="758188" y="771521"/>
                </a:cubicBezTo>
                <a:cubicBezTo>
                  <a:pt x="763165" y="765310"/>
                  <a:pt x="764409" y="756614"/>
                  <a:pt x="763165" y="749161"/>
                </a:cubicBezTo>
                <a:lnTo>
                  <a:pt x="703441" y="540470"/>
                </a:lnTo>
                <a:cubicBezTo>
                  <a:pt x="687265" y="482086"/>
                  <a:pt x="633762" y="439851"/>
                  <a:pt x="571549" y="439851"/>
                </a:cubicBezTo>
                <a:lnTo>
                  <a:pt x="214447" y="439851"/>
                </a:lnTo>
                <a:cubicBezTo>
                  <a:pt x="152234" y="439851"/>
                  <a:pt x="97487" y="482086"/>
                  <a:pt x="81312" y="540470"/>
                </a:cubicBezTo>
                <a:lnTo>
                  <a:pt x="22832" y="749161"/>
                </a:lnTo>
                <a:cubicBezTo>
                  <a:pt x="20343" y="756614"/>
                  <a:pt x="21587" y="765310"/>
                  <a:pt x="27809" y="771521"/>
                </a:cubicBezTo>
                <a:cubicBezTo>
                  <a:pt x="31541" y="777732"/>
                  <a:pt x="40251" y="781458"/>
                  <a:pt x="47717" y="781458"/>
                </a:cubicBezTo>
                <a:lnTo>
                  <a:pt x="128594" y="781458"/>
                </a:lnTo>
                <a:cubicBezTo>
                  <a:pt x="134815" y="781458"/>
                  <a:pt x="139792" y="786427"/>
                  <a:pt x="139792" y="792638"/>
                </a:cubicBezTo>
                <a:cubicBezTo>
                  <a:pt x="139792" y="798849"/>
                  <a:pt x="134815" y="803818"/>
                  <a:pt x="128594" y="803818"/>
                </a:cubicBezTo>
                <a:lnTo>
                  <a:pt x="47717" y="803818"/>
                </a:lnTo>
                <a:cubicBezTo>
                  <a:pt x="31541" y="803818"/>
                  <a:pt x="17855" y="796365"/>
                  <a:pt x="9145" y="785185"/>
                </a:cubicBezTo>
                <a:cubicBezTo>
                  <a:pt x="435" y="772763"/>
                  <a:pt x="-2054" y="757856"/>
                  <a:pt x="1679" y="742950"/>
                </a:cubicBezTo>
                <a:lnTo>
                  <a:pt x="60159" y="534258"/>
                </a:lnTo>
                <a:cubicBezTo>
                  <a:pt x="78823" y="465937"/>
                  <a:pt x="142280" y="418733"/>
                  <a:pt x="214447" y="418733"/>
                </a:cubicBezTo>
                <a:close/>
                <a:moveTo>
                  <a:pt x="392436" y="240902"/>
                </a:moveTo>
                <a:cubicBezTo>
                  <a:pt x="375046" y="240902"/>
                  <a:pt x="363867" y="250836"/>
                  <a:pt x="363867" y="258287"/>
                </a:cubicBezTo>
                <a:cubicBezTo>
                  <a:pt x="363867" y="268221"/>
                  <a:pt x="377530" y="276913"/>
                  <a:pt x="392436" y="276913"/>
                </a:cubicBezTo>
                <a:cubicBezTo>
                  <a:pt x="408584" y="276913"/>
                  <a:pt x="422247" y="268221"/>
                  <a:pt x="422247" y="258287"/>
                </a:cubicBezTo>
                <a:cubicBezTo>
                  <a:pt x="422247" y="250836"/>
                  <a:pt x="409826" y="240902"/>
                  <a:pt x="392436" y="240902"/>
                </a:cubicBezTo>
                <a:close/>
                <a:moveTo>
                  <a:pt x="565092" y="207374"/>
                </a:moveTo>
                <a:cubicBezTo>
                  <a:pt x="562608" y="221034"/>
                  <a:pt x="557640" y="234693"/>
                  <a:pt x="551429" y="248353"/>
                </a:cubicBezTo>
                <a:lnTo>
                  <a:pt x="560124" y="248353"/>
                </a:lnTo>
                <a:cubicBezTo>
                  <a:pt x="566334" y="248353"/>
                  <a:pt x="572545" y="244627"/>
                  <a:pt x="575029" y="239660"/>
                </a:cubicBezTo>
                <a:cubicBezTo>
                  <a:pt x="578756" y="234693"/>
                  <a:pt x="578756" y="229726"/>
                  <a:pt x="575029" y="223517"/>
                </a:cubicBezTo>
                <a:close/>
                <a:moveTo>
                  <a:pt x="394920" y="22352"/>
                </a:moveTo>
                <a:cubicBezTo>
                  <a:pt x="312940" y="22352"/>
                  <a:pt x="244622" y="90649"/>
                  <a:pt x="244622" y="172605"/>
                </a:cubicBezTo>
                <a:cubicBezTo>
                  <a:pt x="244622" y="257045"/>
                  <a:pt x="312940" y="324100"/>
                  <a:pt x="394920" y="324100"/>
                </a:cubicBezTo>
                <a:cubicBezTo>
                  <a:pt x="442121" y="324100"/>
                  <a:pt x="483112" y="302990"/>
                  <a:pt x="510439" y="270704"/>
                </a:cubicBezTo>
                <a:lnTo>
                  <a:pt x="443363" y="270704"/>
                </a:lnTo>
                <a:cubicBezTo>
                  <a:pt x="437153" y="288089"/>
                  <a:pt x="417279" y="299265"/>
                  <a:pt x="392436" y="299265"/>
                </a:cubicBezTo>
                <a:cubicBezTo>
                  <a:pt x="363867" y="299265"/>
                  <a:pt x="340266" y="281880"/>
                  <a:pt x="340266" y="258287"/>
                </a:cubicBezTo>
                <a:cubicBezTo>
                  <a:pt x="340266" y="235935"/>
                  <a:pt x="363867" y="218550"/>
                  <a:pt x="392436" y="218550"/>
                </a:cubicBezTo>
                <a:cubicBezTo>
                  <a:pt x="417279" y="218550"/>
                  <a:pt x="437153" y="230968"/>
                  <a:pt x="443363" y="248353"/>
                </a:cubicBezTo>
                <a:lnTo>
                  <a:pt x="526586" y="248353"/>
                </a:lnTo>
                <a:cubicBezTo>
                  <a:pt x="539008" y="226001"/>
                  <a:pt x="546460" y="199924"/>
                  <a:pt x="546460" y="172605"/>
                </a:cubicBezTo>
                <a:cubicBezTo>
                  <a:pt x="546460" y="90649"/>
                  <a:pt x="478143" y="22352"/>
                  <a:pt x="394920" y="22352"/>
                </a:cubicBezTo>
                <a:close/>
                <a:moveTo>
                  <a:pt x="394920" y="0"/>
                </a:moveTo>
                <a:cubicBezTo>
                  <a:pt x="489322" y="0"/>
                  <a:pt x="566334" y="75748"/>
                  <a:pt x="568819" y="168880"/>
                </a:cubicBezTo>
                <a:lnTo>
                  <a:pt x="593661" y="212342"/>
                </a:lnTo>
                <a:cubicBezTo>
                  <a:pt x="601114" y="224759"/>
                  <a:pt x="601114" y="239660"/>
                  <a:pt x="593661" y="250836"/>
                </a:cubicBezTo>
                <a:cubicBezTo>
                  <a:pt x="587451" y="263254"/>
                  <a:pt x="575029" y="270704"/>
                  <a:pt x="560124" y="270704"/>
                </a:cubicBezTo>
                <a:lnTo>
                  <a:pt x="539008" y="270704"/>
                </a:lnTo>
                <a:cubicBezTo>
                  <a:pt x="507954" y="315408"/>
                  <a:pt x="455785" y="346452"/>
                  <a:pt x="394920" y="346452"/>
                </a:cubicBezTo>
                <a:cubicBezTo>
                  <a:pt x="300518" y="346452"/>
                  <a:pt x="222264" y="268221"/>
                  <a:pt x="222264" y="172605"/>
                </a:cubicBezTo>
                <a:cubicBezTo>
                  <a:pt x="222264" y="78231"/>
                  <a:pt x="300518" y="0"/>
                  <a:pt x="394920" y="0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</a:ln>
        </p:spPr>
        <p:txBody>
          <a:bodyPr vert="horz" wrap="square" lIns="45000" tIns="22500" rIns="45000" bIns="22500" anchor="ctr" anchorCtr="1" compatLnSpc="0">
            <a:noAutofit/>
          </a:bodyPr>
          <a:lstStyle/>
          <a:p>
            <a:pPr hangingPunct="0"/>
            <a:endParaRPr lang="en-US" sz="900" kern="1200">
              <a:latin typeface="Poppins" panose="00000500000000000000" pitchFamily="2" charset="0"/>
              <a:ea typeface="Microsoft YaHei" pitchFamily="2"/>
              <a:cs typeface="Lucida Sans" pitchFamily="2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AB8B3D6-5A88-E273-BCDB-797BFCDB07E5}"/>
              </a:ext>
            </a:extLst>
          </p:cNvPr>
          <p:cNvSpPr txBox="1"/>
          <p:nvPr/>
        </p:nvSpPr>
        <p:spPr>
          <a:xfrm>
            <a:off x="5036756" y="2496065"/>
            <a:ext cx="2118488" cy="353943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1700" b="1" spc="-15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YOUR TITLE HERE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A0B3D87-2477-CD73-E3A5-873A7F637582}"/>
              </a:ext>
            </a:extLst>
          </p:cNvPr>
          <p:cNvSpPr txBox="1"/>
          <p:nvPr/>
        </p:nvSpPr>
        <p:spPr>
          <a:xfrm>
            <a:off x="9120394" y="3139235"/>
            <a:ext cx="2378503" cy="3693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1800" b="1">
                <a:solidFill>
                  <a:srgbClr val="007AC4"/>
                </a:solidFill>
                <a:latin typeface="Figtree" pitchFamily="2" charset="0"/>
              </a:rPr>
              <a:t>Compliance</a:t>
            </a:r>
            <a:endParaRPr lang="en-US" sz="1700" b="1" spc="-15">
              <a:solidFill>
                <a:srgbClr val="007AC4"/>
              </a:solidFill>
              <a:latin typeface="Figtree" pitchFamily="2" charset="0"/>
              <a:cs typeface="Poppins" panose="00000500000000000000" pitchFamily="2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C3CAAC8-522C-4A64-2CCD-9263A8C501D9}"/>
              </a:ext>
            </a:extLst>
          </p:cNvPr>
          <p:cNvSpPr txBox="1"/>
          <p:nvPr/>
        </p:nvSpPr>
        <p:spPr>
          <a:xfrm>
            <a:off x="9120394" y="3531573"/>
            <a:ext cx="279889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 spc="-10">
                <a:solidFill>
                  <a:srgbClr val="007AC4"/>
                </a:solidFill>
                <a:latin typeface="Figtree"/>
              </a:rPr>
              <a:t>Fully aligned with AML and CFT regulations for secure, legal transactions.</a:t>
            </a:r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1D65105-8D42-2EAA-5A68-95F752F4007C}"/>
              </a:ext>
            </a:extLst>
          </p:cNvPr>
          <p:cNvSpPr txBox="1"/>
          <p:nvPr/>
        </p:nvSpPr>
        <p:spPr>
          <a:xfrm>
            <a:off x="8593038" y="4998400"/>
            <a:ext cx="2378503" cy="3693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1800" b="1">
                <a:solidFill>
                  <a:srgbClr val="01B3B9"/>
                </a:solidFill>
                <a:latin typeface="Figtree" pitchFamily="2" charset="0"/>
              </a:rPr>
              <a:t>Transparency</a:t>
            </a:r>
            <a:endParaRPr lang="en-US" sz="1700" b="1" spc="-15">
              <a:solidFill>
                <a:srgbClr val="01B3B9"/>
              </a:solidFill>
              <a:latin typeface="Figtree" pitchFamily="2" charset="0"/>
              <a:cs typeface="Poppins" panose="00000500000000000000" pitchFamily="2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C05B051-59A1-6A99-9DC1-90608BA45A27}"/>
              </a:ext>
            </a:extLst>
          </p:cNvPr>
          <p:cNvSpPr txBox="1"/>
          <p:nvPr/>
        </p:nvSpPr>
        <p:spPr>
          <a:xfrm>
            <a:off x="8660744" y="5396834"/>
            <a:ext cx="237850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01B3B9"/>
                </a:solidFill>
                <a:latin typeface="Figtree"/>
              </a:rPr>
              <a:t>Provides real-time updates and full visibility across every transaction.</a:t>
            </a:r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13FFCC8-83A1-1386-C315-1DF550CC60C1}"/>
              </a:ext>
            </a:extLst>
          </p:cNvPr>
          <p:cNvSpPr txBox="1"/>
          <p:nvPr/>
        </p:nvSpPr>
        <p:spPr>
          <a:xfrm>
            <a:off x="922006" y="4969027"/>
            <a:ext cx="2378503" cy="3693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sz="1800" b="1">
                <a:solidFill>
                  <a:srgbClr val="01B3B9"/>
                </a:solidFill>
                <a:latin typeface="Figtree" pitchFamily="2" charset="0"/>
              </a:rPr>
              <a:t>Digital Payments</a:t>
            </a:r>
            <a:endParaRPr lang="en-US" sz="1700" b="1" spc="-15">
              <a:solidFill>
                <a:srgbClr val="01B3B9"/>
              </a:solidFill>
              <a:latin typeface="Figtree" pitchFamily="2" charset="0"/>
              <a:cs typeface="Poppins" panose="00000500000000000000" pitchFamily="2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B684681-87F2-14D5-F383-979A9E21C806}"/>
              </a:ext>
            </a:extLst>
          </p:cNvPr>
          <p:cNvSpPr txBox="1"/>
          <p:nvPr/>
        </p:nvSpPr>
        <p:spPr>
          <a:xfrm>
            <a:off x="1308074" y="5417165"/>
            <a:ext cx="237850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 spc="-10">
                <a:solidFill>
                  <a:srgbClr val="01B3B9"/>
                </a:solidFill>
                <a:latin typeface="Figtree"/>
              </a:rPr>
              <a:t>Enables secure, cashless payments and reduces reliance on cheques.</a:t>
            </a:r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EE017F0-3F84-8F8E-1EDB-3E78150A5812}"/>
              </a:ext>
            </a:extLst>
          </p:cNvPr>
          <p:cNvSpPr txBox="1"/>
          <p:nvPr/>
        </p:nvSpPr>
        <p:spPr>
          <a:xfrm>
            <a:off x="356792" y="3129299"/>
            <a:ext cx="2798890" cy="3693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sz="1800" b="1">
                <a:solidFill>
                  <a:srgbClr val="07155C"/>
                </a:solidFill>
                <a:latin typeface="Figtree" pitchFamily="2" charset="0"/>
              </a:rPr>
              <a:t>Secure Escrow Service</a:t>
            </a:r>
            <a:endParaRPr lang="en-US" sz="1700" b="1" spc="-15">
              <a:solidFill>
                <a:srgbClr val="07155C"/>
              </a:solidFill>
              <a:latin typeface="Figtree" pitchFamily="2" charset="0"/>
              <a:cs typeface="Poppins" panose="00000500000000000000" pitchFamily="2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748DF22-DF19-D4F3-0B8F-0FF4875BEAAF}"/>
              </a:ext>
            </a:extLst>
          </p:cNvPr>
          <p:cNvSpPr txBox="1"/>
          <p:nvPr/>
        </p:nvSpPr>
        <p:spPr>
          <a:xfrm>
            <a:off x="582131" y="3498631"/>
            <a:ext cx="2672615" cy="85792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07155C"/>
                </a:solidFill>
                <a:latin typeface="Figtree"/>
              </a:rPr>
              <a:t>Ensures funds are held safely and released only after all contractual obligations are fulfilled.</a:t>
            </a:r>
            <a:endParaRPr lang="en-US"/>
          </a:p>
          <a:p>
            <a:pPr>
              <a:lnSpc>
                <a:spcPts val="1800"/>
              </a:lnSpc>
            </a:pPr>
            <a:endParaRPr lang="en-US" sz="1200">
              <a:solidFill>
                <a:srgbClr val="07155C"/>
              </a:solidFill>
              <a:latin typeface="Figtree" pitchFamily="2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1E2FF6E-F54B-7A56-72AF-713035CFC5C4}"/>
              </a:ext>
            </a:extLst>
          </p:cNvPr>
          <p:cNvSpPr txBox="1"/>
          <p:nvPr/>
        </p:nvSpPr>
        <p:spPr>
          <a:xfrm>
            <a:off x="4662838" y="5568838"/>
            <a:ext cx="3021646" cy="3693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1800" b="1">
                <a:solidFill>
                  <a:schemeClr val="bg1">
                    <a:lumMod val="65000"/>
                  </a:schemeClr>
                </a:solidFill>
                <a:latin typeface="Figtree" pitchFamily="2" charset="0"/>
              </a:rPr>
              <a:t>Ownership Verification</a:t>
            </a:r>
            <a:endParaRPr lang="en-US" sz="1700" b="1" spc="-15">
              <a:solidFill>
                <a:schemeClr val="bg1">
                  <a:lumMod val="65000"/>
                </a:schemeClr>
              </a:solidFill>
              <a:latin typeface="Figtree" pitchFamily="2" charset="0"/>
              <a:cs typeface="Poppins" panose="00000500000000000000" pitchFamily="2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6C0261F-7D63-9CC8-EEBA-98822164F0A7}"/>
              </a:ext>
            </a:extLst>
          </p:cNvPr>
          <p:cNvSpPr txBox="1"/>
          <p:nvPr/>
        </p:nvSpPr>
        <p:spPr>
          <a:xfrm>
            <a:off x="4984409" y="5977455"/>
            <a:ext cx="237850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chemeClr val="bg1">
                    <a:lumMod val="65000"/>
                  </a:schemeClr>
                </a:solidFill>
                <a:latin typeface="Figtree"/>
              </a:rPr>
              <a:t>Connects with official systems to instantly verify property and asset ownership.</a:t>
            </a:r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BB0EF0A5-71C2-CBD1-964A-E8979669192E}"/>
              </a:ext>
            </a:extLst>
          </p:cNvPr>
          <p:cNvCxnSpPr>
            <a:cxnSpLocks/>
          </p:cNvCxnSpPr>
          <p:nvPr/>
        </p:nvCxnSpPr>
        <p:spPr>
          <a:xfrm rot="5400000">
            <a:off x="4859592" y="2564388"/>
            <a:ext cx="342904" cy="1752089"/>
          </a:xfrm>
          <a:prstGeom prst="bentConnector2">
            <a:avLst/>
          </a:prstGeom>
          <a:ln w="12700">
            <a:solidFill>
              <a:srgbClr val="11134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46F71EB0-D1A4-BBC0-E109-109068288891}"/>
              </a:ext>
            </a:extLst>
          </p:cNvPr>
          <p:cNvCxnSpPr>
            <a:cxnSpLocks/>
          </p:cNvCxnSpPr>
          <p:nvPr/>
        </p:nvCxnSpPr>
        <p:spPr>
          <a:xfrm rot="5400000">
            <a:off x="4481929" y="3050162"/>
            <a:ext cx="1300320" cy="1737957"/>
          </a:xfrm>
          <a:prstGeom prst="bentConnector3">
            <a:avLst>
              <a:gd name="adj1" fmla="val 69631"/>
            </a:avLst>
          </a:prstGeom>
          <a:ln w="12700">
            <a:solidFill>
              <a:srgbClr val="01B3B9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67733ED-196A-CCE2-3EC8-5C6CB712FA49}"/>
              </a:ext>
            </a:extLst>
          </p:cNvPr>
          <p:cNvCxnSpPr>
            <a:cxnSpLocks/>
          </p:cNvCxnSpPr>
          <p:nvPr/>
        </p:nvCxnSpPr>
        <p:spPr>
          <a:xfrm flipH="1" flipV="1">
            <a:off x="6095048" y="3268980"/>
            <a:ext cx="1265" cy="1300320"/>
          </a:xfrm>
          <a:prstGeom prst="line">
            <a:avLst/>
          </a:prstGeom>
          <a:ln w="12700">
            <a:solidFill>
              <a:schemeClr val="accent3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12E1DCA0-2A99-F9E0-BB6C-00530918CE3D}"/>
              </a:ext>
            </a:extLst>
          </p:cNvPr>
          <p:cNvCxnSpPr>
            <a:cxnSpLocks/>
          </p:cNvCxnSpPr>
          <p:nvPr/>
        </p:nvCxnSpPr>
        <p:spPr>
          <a:xfrm rot="16200000" flipH="1">
            <a:off x="6407388" y="3049350"/>
            <a:ext cx="1300320" cy="1739580"/>
          </a:xfrm>
          <a:prstGeom prst="bentConnector3">
            <a:avLst>
              <a:gd name="adj1" fmla="val 69924"/>
            </a:avLst>
          </a:prstGeom>
          <a:ln w="12700">
            <a:solidFill>
              <a:srgbClr val="01B3B9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E8EF4DED-1DFC-1734-BC98-3F3C661ED61C}"/>
              </a:ext>
            </a:extLst>
          </p:cNvPr>
          <p:cNvCxnSpPr>
            <a:cxnSpLocks/>
          </p:cNvCxnSpPr>
          <p:nvPr/>
        </p:nvCxnSpPr>
        <p:spPr>
          <a:xfrm rot="16200000" flipH="1">
            <a:off x="6987303" y="2564050"/>
            <a:ext cx="342904" cy="1752764"/>
          </a:xfrm>
          <a:prstGeom prst="bentConnector2">
            <a:avLst/>
          </a:prstGeom>
          <a:ln w="12700">
            <a:solidFill>
              <a:srgbClr val="2F93C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blue and black logo&#10;&#10;AI-generated content may be incorrect.">
            <a:extLst>
              <a:ext uri="{FF2B5EF4-FFF2-40B4-BE49-F238E27FC236}">
                <a16:creationId xmlns:a16="http://schemas.microsoft.com/office/drawing/2014/main" id="{82701F7A-0121-407D-8D31-1FA548DAB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94" y="797775"/>
            <a:ext cx="2943332" cy="2943332"/>
          </a:xfrm>
          <a:prstGeom prst="rect">
            <a:avLst/>
          </a:prstGeom>
        </p:spPr>
      </p:pic>
      <p:sp>
        <p:nvSpPr>
          <p:cNvPr id="6" name="Google Shape;214;p32">
            <a:extLst>
              <a:ext uri="{FF2B5EF4-FFF2-40B4-BE49-F238E27FC236}">
                <a16:creationId xmlns:a16="http://schemas.microsoft.com/office/drawing/2014/main" id="{D6F172D7-D776-A91C-74CD-C248D1D26BE8}"/>
              </a:ext>
            </a:extLst>
          </p:cNvPr>
          <p:cNvSpPr txBox="1">
            <a:spLocks/>
          </p:cNvSpPr>
          <p:nvPr/>
        </p:nvSpPr>
        <p:spPr>
          <a:xfrm>
            <a:off x="160283" y="209424"/>
            <a:ext cx="10515600" cy="957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25" tIns="27700" rIns="55425" bIns="27700" anchor="ctr" anchorCtr="0">
            <a:normAutofit fontScale="9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9165C"/>
              </a:buClr>
              <a:buSzPts val="5900"/>
            </a:pPr>
            <a:r>
              <a:rPr lang="en-US" sz="4000" b="1">
                <a:solidFill>
                  <a:srgbClr val="07155C"/>
                </a:solidFill>
                <a:latin typeface="Figtree" pitchFamily="2" charset="0"/>
              </a:rPr>
              <a:t>eDamana Core Features </a:t>
            </a:r>
            <a:br>
              <a:rPr lang="en-US" sz="4000" b="1">
                <a:solidFill>
                  <a:srgbClr val="07155C"/>
                </a:solidFill>
                <a:latin typeface="Figtree" pitchFamily="2" charset="0"/>
              </a:rPr>
            </a:br>
            <a:r>
              <a:rPr lang="en-US" sz="4000" b="1">
                <a:solidFill>
                  <a:srgbClr val="07155C"/>
                </a:solidFill>
                <a:latin typeface="Figtree" pitchFamily="2" charset="0"/>
                <a:sym typeface="Figtree"/>
              </a:rPr>
              <a:t>	</a:t>
            </a:r>
            <a:endParaRPr lang="en-US">
              <a:solidFill>
                <a:srgbClr val="07155C"/>
              </a:solidFill>
              <a:latin typeface="Figtree" pitchFamily="2" charset="0"/>
            </a:endParaRPr>
          </a:p>
        </p:txBody>
      </p:sp>
      <p:grpSp>
        <p:nvGrpSpPr>
          <p:cNvPr id="2" name="Google Shape;290;p36">
            <a:extLst>
              <a:ext uri="{FF2B5EF4-FFF2-40B4-BE49-F238E27FC236}">
                <a16:creationId xmlns:a16="http://schemas.microsoft.com/office/drawing/2014/main" id="{37243CBD-0FC6-799D-30E4-5C6ED266CF84}"/>
              </a:ext>
            </a:extLst>
          </p:cNvPr>
          <p:cNvGrpSpPr/>
          <p:nvPr/>
        </p:nvGrpSpPr>
        <p:grpSpPr>
          <a:xfrm>
            <a:off x="382001" y="6348167"/>
            <a:ext cx="278060" cy="316428"/>
            <a:chOff x="629904" y="10452384"/>
            <a:chExt cx="458510" cy="521777"/>
          </a:xfrm>
        </p:grpSpPr>
        <p:sp>
          <p:nvSpPr>
            <p:cNvPr id="4" name="Google Shape;291;p36">
              <a:extLst>
                <a:ext uri="{FF2B5EF4-FFF2-40B4-BE49-F238E27FC236}">
                  <a16:creationId xmlns:a16="http://schemas.microsoft.com/office/drawing/2014/main" id="{9454D055-46B8-EC3A-F788-1424E2E3FD2E}"/>
                </a:ext>
              </a:extLst>
            </p:cNvPr>
            <p:cNvSpPr/>
            <p:nvPr/>
          </p:nvSpPr>
          <p:spPr>
            <a:xfrm>
              <a:off x="876960" y="10452384"/>
              <a:ext cx="211454" cy="412115"/>
            </a:xfrm>
            <a:custGeom>
              <a:avLst/>
              <a:gdLst/>
              <a:ahLst/>
              <a:cxnLst/>
              <a:rect l="l" t="t" r="r" b="b"/>
              <a:pathLst>
                <a:path w="211455" h="412115" extrusionOk="0">
                  <a:moveTo>
                    <a:pt x="179305" y="0"/>
                  </a:moveTo>
                  <a:lnTo>
                    <a:pt x="0" y="0"/>
                  </a:lnTo>
                  <a:lnTo>
                    <a:pt x="0" y="63896"/>
                  </a:lnTo>
                  <a:lnTo>
                    <a:pt x="102027" y="63896"/>
                  </a:lnTo>
                  <a:lnTo>
                    <a:pt x="0" y="165734"/>
                  </a:lnTo>
                  <a:lnTo>
                    <a:pt x="0" y="411773"/>
                  </a:lnTo>
                  <a:lnTo>
                    <a:pt x="19203" y="399886"/>
                  </a:lnTo>
                  <a:lnTo>
                    <a:pt x="36260" y="387846"/>
                  </a:lnTo>
                  <a:lnTo>
                    <a:pt x="51292" y="375764"/>
                  </a:lnTo>
                  <a:lnTo>
                    <a:pt x="64420" y="363747"/>
                  </a:lnTo>
                  <a:lnTo>
                    <a:pt x="64420" y="191709"/>
                  </a:lnTo>
                  <a:lnTo>
                    <a:pt x="147222" y="109065"/>
                  </a:lnTo>
                  <a:lnTo>
                    <a:pt x="147222" y="210306"/>
                  </a:lnTo>
                  <a:lnTo>
                    <a:pt x="211119" y="210306"/>
                  </a:lnTo>
                  <a:lnTo>
                    <a:pt x="211119" y="31814"/>
                  </a:lnTo>
                  <a:lnTo>
                    <a:pt x="208618" y="19428"/>
                  </a:lnTo>
                  <a:lnTo>
                    <a:pt x="201800" y="9316"/>
                  </a:lnTo>
                  <a:lnTo>
                    <a:pt x="191687" y="2499"/>
                  </a:lnTo>
                  <a:lnTo>
                    <a:pt x="179305" y="0"/>
                  </a:lnTo>
                  <a:close/>
                </a:path>
              </a:pathLst>
            </a:custGeom>
            <a:solidFill>
              <a:srgbClr val="00B3B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292;p36">
              <a:extLst>
                <a:ext uri="{FF2B5EF4-FFF2-40B4-BE49-F238E27FC236}">
                  <a16:creationId xmlns:a16="http://schemas.microsoft.com/office/drawing/2014/main" id="{BA3720E7-1FDB-8915-5795-8BCACBE08111}"/>
                </a:ext>
              </a:extLst>
            </p:cNvPr>
            <p:cNvSpPr/>
            <p:nvPr/>
          </p:nvSpPr>
          <p:spPr>
            <a:xfrm>
              <a:off x="629904" y="10694126"/>
              <a:ext cx="458470" cy="280035"/>
            </a:xfrm>
            <a:custGeom>
              <a:avLst/>
              <a:gdLst/>
              <a:ahLst/>
              <a:cxnLst/>
              <a:rect l="l" t="t" r="r" b="b"/>
              <a:pathLst>
                <a:path w="458470" h="280034" extrusionOk="0">
                  <a:moveTo>
                    <a:pt x="458174" y="0"/>
                  </a:moveTo>
                  <a:lnTo>
                    <a:pt x="394185" y="0"/>
                  </a:lnTo>
                  <a:lnTo>
                    <a:pt x="394185" y="25195"/>
                  </a:lnTo>
                  <a:lnTo>
                    <a:pt x="392362" y="36907"/>
                  </a:lnTo>
                  <a:lnTo>
                    <a:pt x="368859" y="93248"/>
                  </a:lnTo>
                  <a:lnTo>
                    <a:pt x="339863" y="131168"/>
                  </a:lnTo>
                  <a:lnTo>
                    <a:pt x="294492" y="171113"/>
                  </a:lnTo>
                  <a:lnTo>
                    <a:pt x="229087" y="209730"/>
                  </a:lnTo>
                  <a:lnTo>
                    <a:pt x="163274" y="170818"/>
                  </a:lnTo>
                  <a:lnTo>
                    <a:pt x="117768" y="130593"/>
                  </a:lnTo>
                  <a:lnTo>
                    <a:pt x="88827" y="92494"/>
                  </a:lnTo>
                  <a:lnTo>
                    <a:pt x="65678" y="36425"/>
                  </a:lnTo>
                  <a:lnTo>
                    <a:pt x="63988" y="25333"/>
                  </a:lnTo>
                  <a:lnTo>
                    <a:pt x="63988" y="0"/>
                  </a:lnTo>
                  <a:lnTo>
                    <a:pt x="0" y="0"/>
                  </a:lnTo>
                  <a:lnTo>
                    <a:pt x="0" y="27266"/>
                  </a:lnTo>
                  <a:lnTo>
                    <a:pt x="804" y="35854"/>
                  </a:lnTo>
                  <a:lnTo>
                    <a:pt x="13538" y="83613"/>
                  </a:lnTo>
                  <a:lnTo>
                    <a:pt x="30000" y="118189"/>
                  </a:lnTo>
                  <a:lnTo>
                    <a:pt x="56215" y="156833"/>
                  </a:lnTo>
                  <a:lnTo>
                    <a:pt x="94449" y="197247"/>
                  </a:lnTo>
                  <a:lnTo>
                    <a:pt x="146968" y="237134"/>
                  </a:lnTo>
                  <a:lnTo>
                    <a:pt x="216040" y="274196"/>
                  </a:lnTo>
                  <a:lnTo>
                    <a:pt x="229087" y="280022"/>
                  </a:lnTo>
                  <a:lnTo>
                    <a:pt x="242133" y="274196"/>
                  </a:lnTo>
                  <a:lnTo>
                    <a:pt x="311205" y="237134"/>
                  </a:lnTo>
                  <a:lnTo>
                    <a:pt x="363724" y="197247"/>
                  </a:lnTo>
                  <a:lnTo>
                    <a:pt x="401958" y="156833"/>
                  </a:lnTo>
                  <a:lnTo>
                    <a:pt x="428173" y="118189"/>
                  </a:lnTo>
                  <a:lnTo>
                    <a:pt x="444636" y="83613"/>
                  </a:lnTo>
                  <a:lnTo>
                    <a:pt x="457369" y="35854"/>
                  </a:lnTo>
                  <a:lnTo>
                    <a:pt x="458174" y="27266"/>
                  </a:lnTo>
                  <a:lnTo>
                    <a:pt x="458174" y="0"/>
                  </a:lnTo>
                  <a:close/>
                </a:path>
              </a:pathLst>
            </a:custGeom>
            <a:solidFill>
              <a:srgbClr val="08155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93;p36">
              <a:extLst>
                <a:ext uri="{FF2B5EF4-FFF2-40B4-BE49-F238E27FC236}">
                  <a16:creationId xmlns:a16="http://schemas.microsoft.com/office/drawing/2014/main" id="{2DBFC8BD-4316-E95B-BA5D-61E96353C832}"/>
                </a:ext>
              </a:extLst>
            </p:cNvPr>
            <p:cNvSpPr/>
            <p:nvPr/>
          </p:nvSpPr>
          <p:spPr>
            <a:xfrm>
              <a:off x="629904" y="10452384"/>
              <a:ext cx="211454" cy="412115"/>
            </a:xfrm>
            <a:custGeom>
              <a:avLst/>
              <a:gdLst/>
              <a:ahLst/>
              <a:cxnLst/>
              <a:rect l="l" t="t" r="r" b="b"/>
              <a:pathLst>
                <a:path w="211455" h="412115" extrusionOk="0">
                  <a:moveTo>
                    <a:pt x="211348" y="0"/>
                  </a:moveTo>
                  <a:lnTo>
                    <a:pt x="31814" y="0"/>
                  </a:lnTo>
                  <a:lnTo>
                    <a:pt x="19431" y="2499"/>
                  </a:lnTo>
                  <a:lnTo>
                    <a:pt x="9318" y="9316"/>
                  </a:lnTo>
                  <a:lnTo>
                    <a:pt x="2500" y="19428"/>
                  </a:lnTo>
                  <a:lnTo>
                    <a:pt x="0" y="31814"/>
                  </a:lnTo>
                  <a:lnTo>
                    <a:pt x="0" y="210306"/>
                  </a:lnTo>
                  <a:lnTo>
                    <a:pt x="63896" y="210306"/>
                  </a:lnTo>
                  <a:lnTo>
                    <a:pt x="63896" y="109065"/>
                  </a:lnTo>
                  <a:lnTo>
                    <a:pt x="146921" y="191932"/>
                  </a:lnTo>
                  <a:lnTo>
                    <a:pt x="146921" y="364121"/>
                  </a:lnTo>
                  <a:lnTo>
                    <a:pt x="192154" y="400076"/>
                  </a:lnTo>
                  <a:lnTo>
                    <a:pt x="211348" y="411911"/>
                  </a:lnTo>
                  <a:lnTo>
                    <a:pt x="211348" y="165957"/>
                  </a:lnTo>
                  <a:lnTo>
                    <a:pt x="109091" y="63896"/>
                  </a:lnTo>
                  <a:lnTo>
                    <a:pt x="211348" y="63896"/>
                  </a:lnTo>
                  <a:lnTo>
                    <a:pt x="211348" y="0"/>
                  </a:lnTo>
                  <a:close/>
                </a:path>
              </a:pathLst>
            </a:custGeom>
            <a:solidFill>
              <a:srgbClr val="007A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" name="Google Shape;294;p36">
            <a:extLst>
              <a:ext uri="{FF2B5EF4-FFF2-40B4-BE49-F238E27FC236}">
                <a16:creationId xmlns:a16="http://schemas.microsoft.com/office/drawing/2014/main" id="{7649AA3D-829F-6031-C8EC-84BAC4621D3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47505" y="6385223"/>
            <a:ext cx="662421" cy="24231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21D4334-2D25-305C-42E9-5D7D735122FC}"/>
              </a:ext>
            </a:extLst>
          </p:cNvPr>
          <p:cNvSpPr/>
          <p:nvPr/>
        </p:nvSpPr>
        <p:spPr>
          <a:xfrm>
            <a:off x="3376418" y="3227606"/>
            <a:ext cx="799455" cy="79945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84" h="1284">
                <a:moveTo>
                  <a:pt x="0" y="642"/>
                </a:moveTo>
                <a:cubicBezTo>
                  <a:pt x="0" y="997"/>
                  <a:pt x="287" y="1284"/>
                  <a:pt x="642" y="1284"/>
                </a:cubicBezTo>
                <a:cubicBezTo>
                  <a:pt x="996" y="1284"/>
                  <a:pt x="1284" y="997"/>
                  <a:pt x="1284" y="642"/>
                </a:cubicBezTo>
                <a:cubicBezTo>
                  <a:pt x="1284" y="287"/>
                  <a:pt x="996" y="0"/>
                  <a:pt x="642" y="0"/>
                </a:cubicBezTo>
                <a:cubicBezTo>
                  <a:pt x="287" y="0"/>
                  <a:pt x="0" y="287"/>
                  <a:pt x="0" y="642"/>
                </a:cubicBezTo>
                <a:close/>
              </a:path>
            </a:pathLst>
          </a:custGeom>
          <a:solidFill>
            <a:srgbClr val="222A54"/>
          </a:solidFill>
          <a:ln cap="flat">
            <a:solidFill>
              <a:srgbClr val="111340"/>
            </a:solidFill>
            <a:prstDash val="solid"/>
          </a:ln>
        </p:spPr>
        <p:txBody>
          <a:bodyPr vert="horz" wrap="none" lIns="45000" tIns="22500" rIns="45000" bIns="22500" anchor="ctr" anchorCtr="1" compatLnSpc="0"/>
          <a:lstStyle/>
          <a:p>
            <a:pPr hangingPunct="0"/>
            <a:endParaRPr lang="en-US" sz="900" kern="1200">
              <a:latin typeface="Poppins" panose="00000500000000000000" pitchFamily="2" charset="0"/>
              <a:ea typeface="Microsoft YaHei" pitchFamily="2"/>
              <a:cs typeface="Lucida Sans" pitchFamily="2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06D5C5-619E-9F66-01EB-51CD0C5FBB1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3475482" y="3354604"/>
            <a:ext cx="592165" cy="592165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D3DC242-F141-97BD-A409-539B0A8EB35A}"/>
              </a:ext>
            </a:extLst>
          </p:cNvPr>
          <p:cNvSpPr/>
          <p:nvPr/>
        </p:nvSpPr>
        <p:spPr>
          <a:xfrm>
            <a:off x="3863383" y="4569300"/>
            <a:ext cx="799455" cy="80007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84" h="1285">
                <a:moveTo>
                  <a:pt x="0" y="643"/>
                </a:moveTo>
                <a:cubicBezTo>
                  <a:pt x="0" y="997"/>
                  <a:pt x="288" y="1285"/>
                  <a:pt x="642" y="1285"/>
                </a:cubicBezTo>
                <a:cubicBezTo>
                  <a:pt x="996" y="1285"/>
                  <a:pt x="1284" y="997"/>
                  <a:pt x="1284" y="643"/>
                </a:cubicBezTo>
                <a:cubicBezTo>
                  <a:pt x="1284" y="288"/>
                  <a:pt x="996" y="0"/>
                  <a:pt x="642" y="0"/>
                </a:cubicBezTo>
                <a:cubicBezTo>
                  <a:pt x="288" y="0"/>
                  <a:pt x="0" y="288"/>
                  <a:pt x="0" y="643"/>
                </a:cubicBezTo>
                <a:close/>
              </a:path>
            </a:pathLst>
          </a:custGeom>
          <a:solidFill>
            <a:srgbClr val="01B3B9"/>
          </a:solidFill>
          <a:ln cap="flat">
            <a:noFill/>
            <a:prstDash val="solid"/>
          </a:ln>
        </p:spPr>
        <p:txBody>
          <a:bodyPr vert="horz" wrap="none" lIns="45000" tIns="22500" rIns="45000" bIns="22500" anchor="ctr" anchorCtr="1" compatLnSpc="0"/>
          <a:lstStyle/>
          <a:p>
            <a:pPr marR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endParaRPr lang="en-US" sz="900" kern="1200">
              <a:latin typeface="Poppins" panose="00000500000000000000" pitchFamily="2" charset="0"/>
              <a:ea typeface="Microsoft YaHei" pitchFamily="2"/>
              <a:cs typeface="Lucida Sans" pitchFamily="2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4765772-A80B-4722-6A7A-F95B3401D004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3966110" y="4687476"/>
            <a:ext cx="594000" cy="594000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73DEE3-43F2-7905-6D15-E6BCBFF1B35D}"/>
              </a:ext>
            </a:extLst>
          </p:cNvPr>
          <p:cNvSpPr/>
          <p:nvPr/>
        </p:nvSpPr>
        <p:spPr>
          <a:xfrm>
            <a:off x="7527298" y="4569300"/>
            <a:ext cx="800080" cy="80007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85" h="1285">
                <a:moveTo>
                  <a:pt x="1285" y="643"/>
                </a:moveTo>
                <a:cubicBezTo>
                  <a:pt x="1285" y="997"/>
                  <a:pt x="997" y="1285"/>
                  <a:pt x="642" y="1285"/>
                </a:cubicBezTo>
                <a:cubicBezTo>
                  <a:pt x="288" y="1285"/>
                  <a:pt x="0" y="997"/>
                  <a:pt x="0" y="643"/>
                </a:cubicBezTo>
                <a:cubicBezTo>
                  <a:pt x="0" y="288"/>
                  <a:pt x="288" y="0"/>
                  <a:pt x="642" y="0"/>
                </a:cubicBezTo>
                <a:cubicBezTo>
                  <a:pt x="997" y="0"/>
                  <a:pt x="1285" y="288"/>
                  <a:pt x="1285" y="643"/>
                </a:cubicBezTo>
                <a:close/>
              </a:path>
            </a:pathLst>
          </a:custGeom>
          <a:solidFill>
            <a:srgbClr val="01B3B9"/>
          </a:solidFill>
          <a:ln cap="flat">
            <a:noFill/>
            <a:prstDash val="solid"/>
          </a:ln>
        </p:spPr>
        <p:txBody>
          <a:bodyPr vert="horz" wrap="none" lIns="45000" tIns="22500" rIns="45000" bIns="22500" anchor="ctr" anchorCtr="1" compatLnSpc="0"/>
          <a:lstStyle/>
          <a:p>
            <a:pPr marR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endParaRPr lang="en-US" sz="900" kern="1200">
              <a:latin typeface="Poppins" panose="00000500000000000000" pitchFamily="2" charset="0"/>
              <a:ea typeface="Microsoft YaHei" pitchFamily="2"/>
              <a:cs typeface="Lucida Sans" pitchFamily="2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32B7D07-8421-E00B-416C-AE1E8FDBAC21}"/>
              </a:ext>
            </a:extLst>
          </p:cNvPr>
          <p:cNvSpPr/>
          <p:nvPr/>
        </p:nvSpPr>
        <p:spPr>
          <a:xfrm>
            <a:off x="8035136" y="3212156"/>
            <a:ext cx="800080" cy="79945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85" h="1284">
                <a:moveTo>
                  <a:pt x="1285" y="642"/>
                </a:moveTo>
                <a:cubicBezTo>
                  <a:pt x="1285" y="997"/>
                  <a:pt x="997" y="1284"/>
                  <a:pt x="643" y="1284"/>
                </a:cubicBezTo>
                <a:cubicBezTo>
                  <a:pt x="288" y="1284"/>
                  <a:pt x="0" y="997"/>
                  <a:pt x="0" y="642"/>
                </a:cubicBezTo>
                <a:cubicBezTo>
                  <a:pt x="0" y="287"/>
                  <a:pt x="288" y="0"/>
                  <a:pt x="643" y="0"/>
                </a:cubicBezTo>
                <a:cubicBezTo>
                  <a:pt x="997" y="0"/>
                  <a:pt x="1285" y="287"/>
                  <a:pt x="1285" y="642"/>
                </a:cubicBezTo>
                <a:close/>
              </a:path>
            </a:pathLst>
          </a:custGeom>
          <a:solidFill>
            <a:srgbClr val="007AC4"/>
          </a:solidFill>
          <a:ln cap="flat">
            <a:noFill/>
            <a:prstDash val="solid"/>
          </a:ln>
        </p:spPr>
        <p:txBody>
          <a:bodyPr vert="horz" wrap="none" lIns="45000" tIns="22500" rIns="45000" bIns="22500" anchor="ctr" anchorCtr="1" compatLnSpc="0"/>
          <a:lstStyle/>
          <a:p>
            <a:pPr marR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endParaRPr lang="en-US" sz="900" kern="1200">
              <a:latin typeface="Poppins" panose="00000500000000000000" pitchFamily="2" charset="0"/>
              <a:ea typeface="Microsoft YaHei" pitchFamily="2"/>
              <a:cs typeface="Lucida Sans" pitchFamily="2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28320C9-A2D2-D954-D006-96A267058C62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8208007" y="3325139"/>
            <a:ext cx="508885" cy="5088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FF52AAA-AC8C-3EBF-232B-9E335EFBF1E9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5798048" y="4768758"/>
            <a:ext cx="483437" cy="48343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1AE7F64-17AF-DA3C-9981-F77282AE4047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7614007" y="4626123"/>
            <a:ext cx="594000" cy="5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854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5" grpId="0"/>
      <p:bldP spid="17" grpId="0" animBg="1"/>
      <p:bldP spid="16" grpId="0" animBg="1"/>
      <p:bldP spid="14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A9409-2D96-9A7C-90BA-FB3B51A72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34">
            <a:extLst>
              <a:ext uri="{FF2B5EF4-FFF2-40B4-BE49-F238E27FC236}">
                <a16:creationId xmlns:a16="http://schemas.microsoft.com/office/drawing/2014/main" id="{E2C8AA75-E14E-674A-6D52-C674773E7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634" y="1929076"/>
            <a:ext cx="3246729" cy="865246"/>
          </a:xfrm>
          <a:custGeom>
            <a:avLst/>
            <a:gdLst>
              <a:gd name="T0" fmla="*/ 689 w 5213"/>
              <a:gd name="T1" fmla="*/ 645 h 1387"/>
              <a:gd name="T2" fmla="*/ 39 w 5213"/>
              <a:gd name="T3" fmla="*/ 90 h 1387"/>
              <a:gd name="T4" fmla="*/ 39 w 5213"/>
              <a:gd name="T5" fmla="*/ 90 h 1387"/>
              <a:gd name="T6" fmla="*/ 72 w 5213"/>
              <a:gd name="T7" fmla="*/ 0 h 1387"/>
              <a:gd name="T8" fmla="*/ 4403 w 5213"/>
              <a:gd name="T9" fmla="*/ 0 h 1387"/>
              <a:gd name="T10" fmla="*/ 4403 w 5213"/>
              <a:gd name="T11" fmla="*/ 0 h 1387"/>
              <a:gd name="T12" fmla="*/ 4436 w 5213"/>
              <a:gd name="T13" fmla="*/ 12 h 1387"/>
              <a:gd name="T14" fmla="*/ 5188 w 5213"/>
              <a:gd name="T15" fmla="*/ 645 h 1387"/>
              <a:gd name="T16" fmla="*/ 5188 w 5213"/>
              <a:gd name="T17" fmla="*/ 645 h 1387"/>
              <a:gd name="T18" fmla="*/ 5188 w 5213"/>
              <a:gd name="T19" fmla="*/ 723 h 1387"/>
              <a:gd name="T20" fmla="*/ 4436 w 5213"/>
              <a:gd name="T21" fmla="*/ 1374 h 1387"/>
              <a:gd name="T22" fmla="*/ 4436 w 5213"/>
              <a:gd name="T23" fmla="*/ 1374 h 1387"/>
              <a:gd name="T24" fmla="*/ 4403 w 5213"/>
              <a:gd name="T25" fmla="*/ 1386 h 1387"/>
              <a:gd name="T26" fmla="*/ 70 w 5213"/>
              <a:gd name="T27" fmla="*/ 1386 h 1387"/>
              <a:gd name="T28" fmla="*/ 70 w 5213"/>
              <a:gd name="T29" fmla="*/ 1386 h 1387"/>
              <a:gd name="T30" fmla="*/ 36 w 5213"/>
              <a:gd name="T31" fmla="*/ 1297 h 1387"/>
              <a:gd name="T32" fmla="*/ 690 w 5213"/>
              <a:gd name="T33" fmla="*/ 723 h 1387"/>
              <a:gd name="T34" fmla="*/ 690 w 5213"/>
              <a:gd name="T35" fmla="*/ 723 h 1387"/>
              <a:gd name="T36" fmla="*/ 689 w 5213"/>
              <a:gd name="T37" fmla="*/ 645 h 13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5213" h="1387">
                <a:moveTo>
                  <a:pt x="689" y="645"/>
                </a:moveTo>
                <a:lnTo>
                  <a:pt x="39" y="90"/>
                </a:lnTo>
                <a:lnTo>
                  <a:pt x="39" y="90"/>
                </a:lnTo>
                <a:cubicBezTo>
                  <a:pt x="3" y="59"/>
                  <a:pt x="25" y="0"/>
                  <a:pt x="72" y="0"/>
                </a:cubicBezTo>
                <a:lnTo>
                  <a:pt x="4403" y="0"/>
                </a:lnTo>
                <a:lnTo>
                  <a:pt x="4403" y="0"/>
                </a:lnTo>
                <a:cubicBezTo>
                  <a:pt x="4415" y="0"/>
                  <a:pt x="4427" y="4"/>
                  <a:pt x="4436" y="12"/>
                </a:cubicBezTo>
                <a:lnTo>
                  <a:pt x="5188" y="645"/>
                </a:lnTo>
                <a:lnTo>
                  <a:pt x="5188" y="645"/>
                </a:lnTo>
                <a:cubicBezTo>
                  <a:pt x="5212" y="665"/>
                  <a:pt x="5212" y="702"/>
                  <a:pt x="5188" y="723"/>
                </a:cubicBezTo>
                <a:lnTo>
                  <a:pt x="4436" y="1374"/>
                </a:lnTo>
                <a:lnTo>
                  <a:pt x="4436" y="1374"/>
                </a:lnTo>
                <a:cubicBezTo>
                  <a:pt x="4427" y="1382"/>
                  <a:pt x="4415" y="1386"/>
                  <a:pt x="4403" y="1386"/>
                </a:cubicBezTo>
                <a:lnTo>
                  <a:pt x="70" y="1386"/>
                </a:lnTo>
                <a:lnTo>
                  <a:pt x="70" y="1386"/>
                </a:lnTo>
                <a:cubicBezTo>
                  <a:pt x="23" y="1386"/>
                  <a:pt x="0" y="1328"/>
                  <a:pt x="36" y="1297"/>
                </a:cubicBezTo>
                <a:lnTo>
                  <a:pt x="690" y="723"/>
                </a:lnTo>
                <a:lnTo>
                  <a:pt x="690" y="723"/>
                </a:lnTo>
                <a:cubicBezTo>
                  <a:pt x="713" y="702"/>
                  <a:pt x="713" y="666"/>
                  <a:pt x="689" y="645"/>
                </a:cubicBezTo>
              </a:path>
            </a:pathLst>
          </a:custGeom>
          <a:solidFill>
            <a:srgbClr val="07155C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265">
              <a:latin typeface="Lato Light" panose="020F0502020204030203" pitchFamily="34" charset="0"/>
            </a:endParaRPr>
          </a:p>
        </p:txBody>
      </p:sp>
      <p:sp>
        <p:nvSpPr>
          <p:cNvPr id="13" name="Freeform 50">
            <a:extLst>
              <a:ext uri="{FF2B5EF4-FFF2-40B4-BE49-F238E27FC236}">
                <a16:creationId xmlns:a16="http://schemas.microsoft.com/office/drawing/2014/main" id="{2AC59851-CB82-5FA2-899C-1AAD43651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3159" y="1929076"/>
            <a:ext cx="3246729" cy="865246"/>
          </a:xfrm>
          <a:custGeom>
            <a:avLst/>
            <a:gdLst>
              <a:gd name="T0" fmla="*/ 688 w 5213"/>
              <a:gd name="T1" fmla="*/ 645 h 1387"/>
              <a:gd name="T2" fmla="*/ 39 w 5213"/>
              <a:gd name="T3" fmla="*/ 90 h 1387"/>
              <a:gd name="T4" fmla="*/ 39 w 5213"/>
              <a:gd name="T5" fmla="*/ 90 h 1387"/>
              <a:gd name="T6" fmla="*/ 72 w 5213"/>
              <a:gd name="T7" fmla="*/ 0 h 1387"/>
              <a:gd name="T8" fmla="*/ 4402 w 5213"/>
              <a:gd name="T9" fmla="*/ 0 h 1387"/>
              <a:gd name="T10" fmla="*/ 4402 w 5213"/>
              <a:gd name="T11" fmla="*/ 0 h 1387"/>
              <a:gd name="T12" fmla="*/ 4435 w 5213"/>
              <a:gd name="T13" fmla="*/ 12 h 1387"/>
              <a:gd name="T14" fmla="*/ 5188 w 5213"/>
              <a:gd name="T15" fmla="*/ 645 h 1387"/>
              <a:gd name="T16" fmla="*/ 5188 w 5213"/>
              <a:gd name="T17" fmla="*/ 645 h 1387"/>
              <a:gd name="T18" fmla="*/ 5188 w 5213"/>
              <a:gd name="T19" fmla="*/ 723 h 1387"/>
              <a:gd name="T20" fmla="*/ 4435 w 5213"/>
              <a:gd name="T21" fmla="*/ 1374 h 1387"/>
              <a:gd name="T22" fmla="*/ 4435 w 5213"/>
              <a:gd name="T23" fmla="*/ 1374 h 1387"/>
              <a:gd name="T24" fmla="*/ 4402 w 5213"/>
              <a:gd name="T25" fmla="*/ 1386 h 1387"/>
              <a:gd name="T26" fmla="*/ 69 w 5213"/>
              <a:gd name="T27" fmla="*/ 1386 h 1387"/>
              <a:gd name="T28" fmla="*/ 69 w 5213"/>
              <a:gd name="T29" fmla="*/ 1386 h 1387"/>
              <a:gd name="T30" fmla="*/ 36 w 5213"/>
              <a:gd name="T31" fmla="*/ 1297 h 1387"/>
              <a:gd name="T32" fmla="*/ 689 w 5213"/>
              <a:gd name="T33" fmla="*/ 723 h 1387"/>
              <a:gd name="T34" fmla="*/ 689 w 5213"/>
              <a:gd name="T35" fmla="*/ 723 h 1387"/>
              <a:gd name="T36" fmla="*/ 688 w 5213"/>
              <a:gd name="T37" fmla="*/ 645 h 13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5213" h="1387">
                <a:moveTo>
                  <a:pt x="688" y="645"/>
                </a:moveTo>
                <a:lnTo>
                  <a:pt x="39" y="90"/>
                </a:lnTo>
                <a:lnTo>
                  <a:pt x="39" y="90"/>
                </a:lnTo>
                <a:cubicBezTo>
                  <a:pt x="3" y="59"/>
                  <a:pt x="25" y="0"/>
                  <a:pt x="72" y="0"/>
                </a:cubicBezTo>
                <a:lnTo>
                  <a:pt x="4402" y="0"/>
                </a:lnTo>
                <a:lnTo>
                  <a:pt x="4402" y="0"/>
                </a:lnTo>
                <a:cubicBezTo>
                  <a:pt x="4414" y="0"/>
                  <a:pt x="4426" y="4"/>
                  <a:pt x="4435" y="12"/>
                </a:cubicBezTo>
                <a:lnTo>
                  <a:pt x="5188" y="645"/>
                </a:lnTo>
                <a:lnTo>
                  <a:pt x="5188" y="645"/>
                </a:lnTo>
                <a:cubicBezTo>
                  <a:pt x="5212" y="665"/>
                  <a:pt x="5212" y="702"/>
                  <a:pt x="5188" y="723"/>
                </a:cubicBezTo>
                <a:lnTo>
                  <a:pt x="4435" y="1374"/>
                </a:lnTo>
                <a:lnTo>
                  <a:pt x="4435" y="1374"/>
                </a:lnTo>
                <a:cubicBezTo>
                  <a:pt x="4426" y="1382"/>
                  <a:pt x="4414" y="1386"/>
                  <a:pt x="4402" y="1386"/>
                </a:cubicBezTo>
                <a:lnTo>
                  <a:pt x="69" y="1386"/>
                </a:lnTo>
                <a:lnTo>
                  <a:pt x="69" y="1386"/>
                </a:lnTo>
                <a:cubicBezTo>
                  <a:pt x="22" y="1386"/>
                  <a:pt x="0" y="1328"/>
                  <a:pt x="36" y="1297"/>
                </a:cubicBezTo>
                <a:lnTo>
                  <a:pt x="689" y="723"/>
                </a:lnTo>
                <a:lnTo>
                  <a:pt x="689" y="723"/>
                </a:lnTo>
                <a:cubicBezTo>
                  <a:pt x="712" y="702"/>
                  <a:pt x="712" y="666"/>
                  <a:pt x="688" y="645"/>
                </a:cubicBezTo>
              </a:path>
            </a:pathLst>
          </a:custGeom>
          <a:solidFill>
            <a:srgbClr val="01B3B9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265">
              <a:latin typeface="Lato Light" panose="020F0502020204030203" pitchFamily="34" charset="0"/>
            </a:endParaRPr>
          </a:p>
        </p:txBody>
      </p:sp>
      <p:sp>
        <p:nvSpPr>
          <p:cNvPr id="16" name="Freeform 78">
            <a:extLst>
              <a:ext uri="{FF2B5EF4-FFF2-40B4-BE49-F238E27FC236}">
                <a16:creationId xmlns:a16="http://schemas.microsoft.com/office/drawing/2014/main" id="{5E9086F9-5130-9372-CF68-458EEC15E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2685" y="2335836"/>
            <a:ext cx="1271772" cy="1845856"/>
          </a:xfrm>
          <a:custGeom>
            <a:avLst/>
            <a:gdLst>
              <a:gd name="T0" fmla="*/ 539 w 2041"/>
              <a:gd name="T1" fmla="*/ 26 h 2964"/>
              <a:gd name="T2" fmla="*/ 539 w 2041"/>
              <a:gd name="T3" fmla="*/ 26 h 2964"/>
              <a:gd name="T4" fmla="*/ 570 w 2041"/>
              <a:gd name="T5" fmla="*/ 2 h 2964"/>
              <a:gd name="T6" fmla="*/ 570 w 2041"/>
              <a:gd name="T7" fmla="*/ 2 h 2964"/>
              <a:gd name="T8" fmla="*/ 1656 w 2041"/>
              <a:gd name="T9" fmla="*/ 553 h 2964"/>
              <a:gd name="T10" fmla="*/ 1656 w 2041"/>
              <a:gd name="T11" fmla="*/ 553 h 2964"/>
              <a:gd name="T12" fmla="*/ 1975 w 2041"/>
              <a:gd name="T13" fmla="*/ 1604 h 2964"/>
              <a:gd name="T14" fmla="*/ 1975 w 2041"/>
              <a:gd name="T15" fmla="*/ 1604 h 2964"/>
              <a:gd name="T16" fmla="*/ 1313 w 2041"/>
              <a:gd name="T17" fmla="*/ 2535 h 2964"/>
              <a:gd name="T18" fmla="*/ 1313 w 2041"/>
              <a:gd name="T19" fmla="*/ 2535 h 2964"/>
              <a:gd name="T20" fmla="*/ 93 w 2041"/>
              <a:gd name="T21" fmla="*/ 2806 h 2964"/>
              <a:gd name="T22" fmla="*/ 206 w 2041"/>
              <a:gd name="T23" fmla="*/ 2917 h 2964"/>
              <a:gd name="T24" fmla="*/ 206 w 2041"/>
              <a:gd name="T25" fmla="*/ 2917 h 2964"/>
              <a:gd name="T26" fmla="*/ 207 w 2041"/>
              <a:gd name="T27" fmla="*/ 2953 h 2964"/>
              <a:gd name="T28" fmla="*/ 207 w 2041"/>
              <a:gd name="T29" fmla="*/ 2953 h 2964"/>
              <a:gd name="T30" fmla="*/ 171 w 2041"/>
              <a:gd name="T31" fmla="*/ 2953 h 2964"/>
              <a:gd name="T32" fmla="*/ 11 w 2041"/>
              <a:gd name="T33" fmla="*/ 2797 h 2964"/>
              <a:gd name="T34" fmla="*/ 11 w 2041"/>
              <a:gd name="T35" fmla="*/ 2797 h 2964"/>
              <a:gd name="T36" fmla="*/ 10 w 2041"/>
              <a:gd name="T37" fmla="*/ 2761 h 2964"/>
              <a:gd name="T38" fmla="*/ 166 w 2041"/>
              <a:gd name="T39" fmla="*/ 2602 h 2964"/>
              <a:gd name="T40" fmla="*/ 166 w 2041"/>
              <a:gd name="T41" fmla="*/ 2602 h 2964"/>
              <a:gd name="T42" fmla="*/ 202 w 2041"/>
              <a:gd name="T43" fmla="*/ 2602 h 2964"/>
              <a:gd name="T44" fmla="*/ 202 w 2041"/>
              <a:gd name="T45" fmla="*/ 2602 h 2964"/>
              <a:gd name="T46" fmla="*/ 202 w 2041"/>
              <a:gd name="T47" fmla="*/ 2637 h 2964"/>
              <a:gd name="T48" fmla="*/ 94 w 2041"/>
              <a:gd name="T49" fmla="*/ 2749 h 2964"/>
              <a:gd name="T50" fmla="*/ 94 w 2041"/>
              <a:gd name="T51" fmla="*/ 2749 h 2964"/>
              <a:gd name="T52" fmla="*/ 95 w 2041"/>
              <a:gd name="T53" fmla="*/ 2749 h 2964"/>
              <a:gd name="T54" fmla="*/ 95 w 2041"/>
              <a:gd name="T55" fmla="*/ 2749 h 2964"/>
              <a:gd name="T56" fmla="*/ 1273 w 2041"/>
              <a:gd name="T57" fmla="*/ 2490 h 2964"/>
              <a:gd name="T58" fmla="*/ 1273 w 2041"/>
              <a:gd name="T59" fmla="*/ 2490 h 2964"/>
              <a:gd name="T60" fmla="*/ 1908 w 2041"/>
              <a:gd name="T61" fmla="*/ 1596 h 2964"/>
              <a:gd name="T62" fmla="*/ 1908 w 2041"/>
              <a:gd name="T63" fmla="*/ 1596 h 2964"/>
              <a:gd name="T64" fmla="*/ 1602 w 2041"/>
              <a:gd name="T65" fmla="*/ 587 h 2964"/>
              <a:gd name="T66" fmla="*/ 1602 w 2041"/>
              <a:gd name="T67" fmla="*/ 587 h 2964"/>
              <a:gd name="T68" fmla="*/ 563 w 2041"/>
              <a:gd name="T69" fmla="*/ 59 h 2964"/>
              <a:gd name="T70" fmla="*/ 563 w 2041"/>
              <a:gd name="T71" fmla="*/ 59 h 2964"/>
              <a:gd name="T72" fmla="*/ 539 w 2041"/>
              <a:gd name="T73" fmla="*/ 26 h 2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041" h="2964">
                <a:moveTo>
                  <a:pt x="539" y="26"/>
                </a:moveTo>
                <a:lnTo>
                  <a:pt x="539" y="26"/>
                </a:lnTo>
                <a:cubicBezTo>
                  <a:pt x="541" y="10"/>
                  <a:pt x="555" y="0"/>
                  <a:pt x="570" y="2"/>
                </a:cubicBezTo>
                <a:lnTo>
                  <a:pt x="570" y="2"/>
                </a:lnTo>
                <a:cubicBezTo>
                  <a:pt x="1004" y="61"/>
                  <a:pt x="1393" y="258"/>
                  <a:pt x="1656" y="553"/>
                </a:cubicBezTo>
                <a:lnTo>
                  <a:pt x="1656" y="553"/>
                </a:lnTo>
                <a:cubicBezTo>
                  <a:pt x="1925" y="854"/>
                  <a:pt x="2040" y="1232"/>
                  <a:pt x="1975" y="1604"/>
                </a:cubicBezTo>
                <a:lnTo>
                  <a:pt x="1975" y="1604"/>
                </a:lnTo>
                <a:cubicBezTo>
                  <a:pt x="1911" y="1976"/>
                  <a:pt x="1673" y="2311"/>
                  <a:pt x="1313" y="2535"/>
                </a:cubicBezTo>
                <a:lnTo>
                  <a:pt x="1313" y="2535"/>
                </a:lnTo>
                <a:cubicBezTo>
                  <a:pt x="963" y="2754"/>
                  <a:pt x="525" y="2851"/>
                  <a:pt x="93" y="2806"/>
                </a:cubicBezTo>
                <a:lnTo>
                  <a:pt x="206" y="2917"/>
                </a:lnTo>
                <a:lnTo>
                  <a:pt x="206" y="2917"/>
                </a:lnTo>
                <a:cubicBezTo>
                  <a:pt x="217" y="2926"/>
                  <a:pt x="217" y="2942"/>
                  <a:pt x="207" y="2953"/>
                </a:cubicBezTo>
                <a:lnTo>
                  <a:pt x="207" y="2953"/>
                </a:lnTo>
                <a:cubicBezTo>
                  <a:pt x="197" y="2963"/>
                  <a:pt x="181" y="2963"/>
                  <a:pt x="171" y="2953"/>
                </a:cubicBezTo>
                <a:lnTo>
                  <a:pt x="11" y="2797"/>
                </a:lnTo>
                <a:lnTo>
                  <a:pt x="11" y="2797"/>
                </a:lnTo>
                <a:cubicBezTo>
                  <a:pt x="0" y="2787"/>
                  <a:pt x="0" y="2772"/>
                  <a:pt x="10" y="2761"/>
                </a:cubicBezTo>
                <a:lnTo>
                  <a:pt x="166" y="2602"/>
                </a:lnTo>
                <a:lnTo>
                  <a:pt x="166" y="2602"/>
                </a:lnTo>
                <a:cubicBezTo>
                  <a:pt x="176" y="2592"/>
                  <a:pt x="192" y="2591"/>
                  <a:pt x="202" y="2602"/>
                </a:cubicBezTo>
                <a:lnTo>
                  <a:pt x="202" y="2602"/>
                </a:lnTo>
                <a:cubicBezTo>
                  <a:pt x="212" y="2612"/>
                  <a:pt x="212" y="2627"/>
                  <a:pt x="202" y="2637"/>
                </a:cubicBezTo>
                <a:lnTo>
                  <a:pt x="94" y="2749"/>
                </a:lnTo>
                <a:lnTo>
                  <a:pt x="94" y="2749"/>
                </a:lnTo>
                <a:cubicBezTo>
                  <a:pt x="94" y="2749"/>
                  <a:pt x="94" y="2749"/>
                  <a:pt x="95" y="2749"/>
                </a:cubicBezTo>
                <a:lnTo>
                  <a:pt x="95" y="2749"/>
                </a:lnTo>
                <a:cubicBezTo>
                  <a:pt x="512" y="2794"/>
                  <a:pt x="935" y="2701"/>
                  <a:pt x="1273" y="2490"/>
                </a:cubicBezTo>
                <a:lnTo>
                  <a:pt x="1273" y="2490"/>
                </a:lnTo>
                <a:cubicBezTo>
                  <a:pt x="1618" y="2275"/>
                  <a:pt x="1846" y="1953"/>
                  <a:pt x="1908" y="1596"/>
                </a:cubicBezTo>
                <a:lnTo>
                  <a:pt x="1908" y="1596"/>
                </a:lnTo>
                <a:cubicBezTo>
                  <a:pt x="1970" y="1239"/>
                  <a:pt x="1860" y="876"/>
                  <a:pt x="1602" y="587"/>
                </a:cubicBezTo>
                <a:lnTo>
                  <a:pt x="1602" y="587"/>
                </a:lnTo>
                <a:cubicBezTo>
                  <a:pt x="1350" y="304"/>
                  <a:pt x="978" y="115"/>
                  <a:pt x="563" y="59"/>
                </a:cubicBezTo>
                <a:lnTo>
                  <a:pt x="563" y="59"/>
                </a:lnTo>
                <a:cubicBezTo>
                  <a:pt x="547" y="57"/>
                  <a:pt x="536" y="41"/>
                  <a:pt x="539" y="26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265">
              <a:latin typeface="Lato Light" panose="020F0502020204030203" pitchFamily="34" charset="0"/>
            </a:endParaRPr>
          </a:p>
        </p:txBody>
      </p:sp>
      <p:sp>
        <p:nvSpPr>
          <p:cNvPr id="17" name="Freeform 79">
            <a:extLst>
              <a:ext uri="{FF2B5EF4-FFF2-40B4-BE49-F238E27FC236}">
                <a16:creationId xmlns:a16="http://schemas.microsoft.com/office/drawing/2014/main" id="{E665E309-0B69-E889-D2C2-116DCDF1C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634" y="4077314"/>
            <a:ext cx="1269026" cy="1848602"/>
          </a:xfrm>
          <a:custGeom>
            <a:avLst/>
            <a:gdLst>
              <a:gd name="T0" fmla="*/ 1500 w 2039"/>
              <a:gd name="T1" fmla="*/ 26 h 2966"/>
              <a:gd name="T2" fmla="*/ 1500 w 2039"/>
              <a:gd name="T3" fmla="*/ 26 h 2966"/>
              <a:gd name="T4" fmla="*/ 1469 w 2039"/>
              <a:gd name="T5" fmla="*/ 3 h 2966"/>
              <a:gd name="T6" fmla="*/ 1469 w 2039"/>
              <a:gd name="T7" fmla="*/ 3 h 2966"/>
              <a:gd name="T8" fmla="*/ 383 w 2039"/>
              <a:gd name="T9" fmla="*/ 553 h 2966"/>
              <a:gd name="T10" fmla="*/ 383 w 2039"/>
              <a:gd name="T11" fmla="*/ 553 h 2966"/>
              <a:gd name="T12" fmla="*/ 64 w 2039"/>
              <a:gd name="T13" fmla="*/ 1605 h 2966"/>
              <a:gd name="T14" fmla="*/ 64 w 2039"/>
              <a:gd name="T15" fmla="*/ 1605 h 2966"/>
              <a:gd name="T16" fmla="*/ 726 w 2039"/>
              <a:gd name="T17" fmla="*/ 2537 h 2966"/>
              <a:gd name="T18" fmla="*/ 726 w 2039"/>
              <a:gd name="T19" fmla="*/ 2537 h 2966"/>
              <a:gd name="T20" fmla="*/ 1946 w 2039"/>
              <a:gd name="T21" fmla="*/ 2807 h 2966"/>
              <a:gd name="T22" fmla="*/ 1834 w 2039"/>
              <a:gd name="T23" fmla="*/ 2919 h 2966"/>
              <a:gd name="T24" fmla="*/ 1834 w 2039"/>
              <a:gd name="T25" fmla="*/ 2919 h 2966"/>
              <a:gd name="T26" fmla="*/ 1834 w 2039"/>
              <a:gd name="T27" fmla="*/ 2955 h 2966"/>
              <a:gd name="T28" fmla="*/ 1834 w 2039"/>
              <a:gd name="T29" fmla="*/ 2955 h 2966"/>
              <a:gd name="T30" fmla="*/ 1870 w 2039"/>
              <a:gd name="T31" fmla="*/ 2955 h 2966"/>
              <a:gd name="T32" fmla="*/ 2028 w 2039"/>
              <a:gd name="T33" fmla="*/ 2797 h 2966"/>
              <a:gd name="T34" fmla="*/ 2028 w 2039"/>
              <a:gd name="T35" fmla="*/ 2797 h 2966"/>
              <a:gd name="T36" fmla="*/ 2028 w 2039"/>
              <a:gd name="T37" fmla="*/ 2761 h 2966"/>
              <a:gd name="T38" fmla="*/ 1870 w 2039"/>
              <a:gd name="T39" fmla="*/ 2604 h 2966"/>
              <a:gd name="T40" fmla="*/ 1870 w 2039"/>
              <a:gd name="T41" fmla="*/ 2604 h 2966"/>
              <a:gd name="T42" fmla="*/ 1834 w 2039"/>
              <a:gd name="T43" fmla="*/ 2604 h 2966"/>
              <a:gd name="T44" fmla="*/ 1834 w 2039"/>
              <a:gd name="T45" fmla="*/ 2604 h 2966"/>
              <a:gd name="T46" fmla="*/ 1834 w 2039"/>
              <a:gd name="T47" fmla="*/ 2640 h 2966"/>
              <a:gd name="T48" fmla="*/ 1945 w 2039"/>
              <a:gd name="T49" fmla="*/ 2750 h 2966"/>
              <a:gd name="T50" fmla="*/ 1945 w 2039"/>
              <a:gd name="T51" fmla="*/ 2750 h 2966"/>
              <a:gd name="T52" fmla="*/ 1944 w 2039"/>
              <a:gd name="T53" fmla="*/ 2750 h 2966"/>
              <a:gd name="T54" fmla="*/ 1944 w 2039"/>
              <a:gd name="T55" fmla="*/ 2750 h 2966"/>
              <a:gd name="T56" fmla="*/ 766 w 2039"/>
              <a:gd name="T57" fmla="*/ 2491 h 2966"/>
              <a:gd name="T58" fmla="*/ 766 w 2039"/>
              <a:gd name="T59" fmla="*/ 2491 h 2966"/>
              <a:gd name="T60" fmla="*/ 131 w 2039"/>
              <a:gd name="T61" fmla="*/ 1596 h 2966"/>
              <a:gd name="T62" fmla="*/ 131 w 2039"/>
              <a:gd name="T63" fmla="*/ 1596 h 2966"/>
              <a:gd name="T64" fmla="*/ 437 w 2039"/>
              <a:gd name="T65" fmla="*/ 588 h 2966"/>
              <a:gd name="T66" fmla="*/ 437 w 2039"/>
              <a:gd name="T67" fmla="*/ 588 h 2966"/>
              <a:gd name="T68" fmla="*/ 1476 w 2039"/>
              <a:gd name="T69" fmla="*/ 59 h 2966"/>
              <a:gd name="T70" fmla="*/ 1476 w 2039"/>
              <a:gd name="T71" fmla="*/ 59 h 2966"/>
              <a:gd name="T72" fmla="*/ 1500 w 2039"/>
              <a:gd name="T73" fmla="*/ 26 h 29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039" h="2966">
                <a:moveTo>
                  <a:pt x="1500" y="26"/>
                </a:moveTo>
                <a:lnTo>
                  <a:pt x="1500" y="26"/>
                </a:lnTo>
                <a:cubicBezTo>
                  <a:pt x="1498" y="11"/>
                  <a:pt x="1484" y="0"/>
                  <a:pt x="1469" y="3"/>
                </a:cubicBezTo>
                <a:lnTo>
                  <a:pt x="1469" y="3"/>
                </a:lnTo>
                <a:cubicBezTo>
                  <a:pt x="1035" y="61"/>
                  <a:pt x="646" y="258"/>
                  <a:pt x="383" y="553"/>
                </a:cubicBezTo>
                <a:lnTo>
                  <a:pt x="383" y="553"/>
                </a:lnTo>
                <a:cubicBezTo>
                  <a:pt x="115" y="855"/>
                  <a:pt x="0" y="1233"/>
                  <a:pt x="64" y="1605"/>
                </a:cubicBezTo>
                <a:lnTo>
                  <a:pt x="64" y="1605"/>
                </a:lnTo>
                <a:cubicBezTo>
                  <a:pt x="128" y="1976"/>
                  <a:pt x="367" y="2312"/>
                  <a:pt x="726" y="2537"/>
                </a:cubicBezTo>
                <a:lnTo>
                  <a:pt x="726" y="2537"/>
                </a:lnTo>
                <a:cubicBezTo>
                  <a:pt x="1076" y="2755"/>
                  <a:pt x="1514" y="2852"/>
                  <a:pt x="1946" y="2807"/>
                </a:cubicBezTo>
                <a:lnTo>
                  <a:pt x="1834" y="2919"/>
                </a:lnTo>
                <a:lnTo>
                  <a:pt x="1834" y="2919"/>
                </a:lnTo>
                <a:cubicBezTo>
                  <a:pt x="1825" y="2929"/>
                  <a:pt x="1825" y="2946"/>
                  <a:pt x="1834" y="2955"/>
                </a:cubicBezTo>
                <a:lnTo>
                  <a:pt x="1834" y="2955"/>
                </a:lnTo>
                <a:cubicBezTo>
                  <a:pt x="1845" y="2965"/>
                  <a:pt x="1860" y="2965"/>
                  <a:pt x="1870" y="2955"/>
                </a:cubicBezTo>
                <a:lnTo>
                  <a:pt x="2028" y="2797"/>
                </a:lnTo>
                <a:lnTo>
                  <a:pt x="2028" y="2797"/>
                </a:lnTo>
                <a:cubicBezTo>
                  <a:pt x="2038" y="2788"/>
                  <a:pt x="2038" y="2771"/>
                  <a:pt x="2028" y="2761"/>
                </a:cubicBezTo>
                <a:lnTo>
                  <a:pt x="1870" y="2604"/>
                </a:lnTo>
                <a:lnTo>
                  <a:pt x="1870" y="2604"/>
                </a:lnTo>
                <a:cubicBezTo>
                  <a:pt x="1860" y="2594"/>
                  <a:pt x="1845" y="2594"/>
                  <a:pt x="1834" y="2604"/>
                </a:cubicBezTo>
                <a:lnTo>
                  <a:pt x="1834" y="2604"/>
                </a:lnTo>
                <a:cubicBezTo>
                  <a:pt x="1825" y="2614"/>
                  <a:pt x="1825" y="2630"/>
                  <a:pt x="1834" y="2640"/>
                </a:cubicBezTo>
                <a:lnTo>
                  <a:pt x="1945" y="2750"/>
                </a:lnTo>
                <a:lnTo>
                  <a:pt x="1945" y="2750"/>
                </a:lnTo>
                <a:lnTo>
                  <a:pt x="1944" y="2750"/>
                </a:lnTo>
                <a:lnTo>
                  <a:pt x="1944" y="2750"/>
                </a:lnTo>
                <a:cubicBezTo>
                  <a:pt x="1527" y="2795"/>
                  <a:pt x="1104" y="2702"/>
                  <a:pt x="766" y="2491"/>
                </a:cubicBezTo>
                <a:lnTo>
                  <a:pt x="766" y="2491"/>
                </a:lnTo>
                <a:cubicBezTo>
                  <a:pt x="421" y="2275"/>
                  <a:pt x="193" y="1953"/>
                  <a:pt x="131" y="1596"/>
                </a:cubicBezTo>
                <a:lnTo>
                  <a:pt x="131" y="1596"/>
                </a:lnTo>
                <a:cubicBezTo>
                  <a:pt x="69" y="1239"/>
                  <a:pt x="179" y="876"/>
                  <a:pt x="437" y="588"/>
                </a:cubicBezTo>
                <a:lnTo>
                  <a:pt x="437" y="588"/>
                </a:lnTo>
                <a:cubicBezTo>
                  <a:pt x="689" y="305"/>
                  <a:pt x="1061" y="116"/>
                  <a:pt x="1476" y="59"/>
                </a:cubicBezTo>
                <a:lnTo>
                  <a:pt x="1476" y="59"/>
                </a:lnTo>
                <a:cubicBezTo>
                  <a:pt x="1492" y="56"/>
                  <a:pt x="1503" y="42"/>
                  <a:pt x="1500" y="26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265">
              <a:latin typeface="Lato Light" panose="020F05020202040302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D60F25-93FF-4EF1-146C-FFF3318A84B7}"/>
              </a:ext>
            </a:extLst>
          </p:cNvPr>
          <p:cNvSpPr txBox="1"/>
          <p:nvPr/>
        </p:nvSpPr>
        <p:spPr>
          <a:xfrm>
            <a:off x="1193854" y="2145420"/>
            <a:ext cx="3246729" cy="369332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lvl="0"/>
            <a:r>
              <a:rPr lang="en-US" sz="1800" b="1">
                <a:solidFill>
                  <a:schemeClr val="bg1"/>
                </a:solidFill>
                <a:latin typeface="Figtree" pitchFamily="2" charset="0"/>
              </a:rPr>
              <a:t>Regulated Compliance</a:t>
            </a:r>
            <a:endParaRPr lang="en-US" sz="1800" b="1" spc="-15">
              <a:solidFill>
                <a:schemeClr val="bg1"/>
              </a:solidFill>
              <a:latin typeface="Figtree" pitchFamily="2" charset="0"/>
            </a:endParaRPr>
          </a:p>
        </p:txBody>
      </p:sp>
      <p:grpSp>
        <p:nvGrpSpPr>
          <p:cNvPr id="46" name="Google Shape;596;p44">
            <a:extLst>
              <a:ext uri="{FF2B5EF4-FFF2-40B4-BE49-F238E27FC236}">
                <a16:creationId xmlns:a16="http://schemas.microsoft.com/office/drawing/2014/main" id="{EB74EAB9-8B77-5570-F026-7660A852743C}"/>
              </a:ext>
            </a:extLst>
          </p:cNvPr>
          <p:cNvGrpSpPr/>
          <p:nvPr/>
        </p:nvGrpSpPr>
        <p:grpSpPr>
          <a:xfrm>
            <a:off x="382001" y="6348167"/>
            <a:ext cx="278060" cy="316428"/>
            <a:chOff x="629904" y="10452384"/>
            <a:chExt cx="458510" cy="521777"/>
          </a:xfrm>
        </p:grpSpPr>
        <p:sp>
          <p:nvSpPr>
            <p:cNvPr id="47" name="Google Shape;597;p44">
              <a:extLst>
                <a:ext uri="{FF2B5EF4-FFF2-40B4-BE49-F238E27FC236}">
                  <a16:creationId xmlns:a16="http://schemas.microsoft.com/office/drawing/2014/main" id="{B9D88EBE-A3C6-42E1-D558-396F71A4DB4C}"/>
                </a:ext>
              </a:extLst>
            </p:cNvPr>
            <p:cNvSpPr/>
            <p:nvPr/>
          </p:nvSpPr>
          <p:spPr>
            <a:xfrm>
              <a:off x="876960" y="10452384"/>
              <a:ext cx="211454" cy="412115"/>
            </a:xfrm>
            <a:custGeom>
              <a:avLst/>
              <a:gdLst/>
              <a:ahLst/>
              <a:cxnLst/>
              <a:rect l="l" t="t" r="r" b="b"/>
              <a:pathLst>
                <a:path w="211455" h="412115" extrusionOk="0">
                  <a:moveTo>
                    <a:pt x="179305" y="0"/>
                  </a:moveTo>
                  <a:lnTo>
                    <a:pt x="0" y="0"/>
                  </a:lnTo>
                  <a:lnTo>
                    <a:pt x="0" y="63896"/>
                  </a:lnTo>
                  <a:lnTo>
                    <a:pt x="102027" y="63896"/>
                  </a:lnTo>
                  <a:lnTo>
                    <a:pt x="0" y="165734"/>
                  </a:lnTo>
                  <a:lnTo>
                    <a:pt x="0" y="411773"/>
                  </a:lnTo>
                  <a:lnTo>
                    <a:pt x="19203" y="399886"/>
                  </a:lnTo>
                  <a:lnTo>
                    <a:pt x="36260" y="387846"/>
                  </a:lnTo>
                  <a:lnTo>
                    <a:pt x="51292" y="375764"/>
                  </a:lnTo>
                  <a:lnTo>
                    <a:pt x="64420" y="363747"/>
                  </a:lnTo>
                  <a:lnTo>
                    <a:pt x="64420" y="191709"/>
                  </a:lnTo>
                  <a:lnTo>
                    <a:pt x="147222" y="109065"/>
                  </a:lnTo>
                  <a:lnTo>
                    <a:pt x="147222" y="210306"/>
                  </a:lnTo>
                  <a:lnTo>
                    <a:pt x="211119" y="210306"/>
                  </a:lnTo>
                  <a:lnTo>
                    <a:pt x="211119" y="31814"/>
                  </a:lnTo>
                  <a:lnTo>
                    <a:pt x="208618" y="19428"/>
                  </a:lnTo>
                  <a:lnTo>
                    <a:pt x="201800" y="9316"/>
                  </a:lnTo>
                  <a:lnTo>
                    <a:pt x="191687" y="2499"/>
                  </a:lnTo>
                  <a:lnTo>
                    <a:pt x="179305" y="0"/>
                  </a:lnTo>
                  <a:close/>
                </a:path>
              </a:pathLst>
            </a:custGeom>
            <a:solidFill>
              <a:srgbClr val="00B3B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598;p44">
              <a:extLst>
                <a:ext uri="{FF2B5EF4-FFF2-40B4-BE49-F238E27FC236}">
                  <a16:creationId xmlns:a16="http://schemas.microsoft.com/office/drawing/2014/main" id="{2087C4A6-7E06-06D3-7A9E-E7341F000E7C}"/>
                </a:ext>
              </a:extLst>
            </p:cNvPr>
            <p:cNvSpPr/>
            <p:nvPr/>
          </p:nvSpPr>
          <p:spPr>
            <a:xfrm>
              <a:off x="629904" y="10694126"/>
              <a:ext cx="458470" cy="280035"/>
            </a:xfrm>
            <a:custGeom>
              <a:avLst/>
              <a:gdLst/>
              <a:ahLst/>
              <a:cxnLst/>
              <a:rect l="l" t="t" r="r" b="b"/>
              <a:pathLst>
                <a:path w="458470" h="280034" extrusionOk="0">
                  <a:moveTo>
                    <a:pt x="458174" y="0"/>
                  </a:moveTo>
                  <a:lnTo>
                    <a:pt x="394185" y="0"/>
                  </a:lnTo>
                  <a:lnTo>
                    <a:pt x="394185" y="25195"/>
                  </a:lnTo>
                  <a:lnTo>
                    <a:pt x="392362" y="36907"/>
                  </a:lnTo>
                  <a:lnTo>
                    <a:pt x="368859" y="93248"/>
                  </a:lnTo>
                  <a:lnTo>
                    <a:pt x="339863" y="131168"/>
                  </a:lnTo>
                  <a:lnTo>
                    <a:pt x="294492" y="171113"/>
                  </a:lnTo>
                  <a:lnTo>
                    <a:pt x="229087" y="209730"/>
                  </a:lnTo>
                  <a:lnTo>
                    <a:pt x="163274" y="170818"/>
                  </a:lnTo>
                  <a:lnTo>
                    <a:pt x="117768" y="130593"/>
                  </a:lnTo>
                  <a:lnTo>
                    <a:pt x="88827" y="92494"/>
                  </a:lnTo>
                  <a:lnTo>
                    <a:pt x="65678" y="36425"/>
                  </a:lnTo>
                  <a:lnTo>
                    <a:pt x="63988" y="25333"/>
                  </a:lnTo>
                  <a:lnTo>
                    <a:pt x="63988" y="0"/>
                  </a:lnTo>
                  <a:lnTo>
                    <a:pt x="0" y="0"/>
                  </a:lnTo>
                  <a:lnTo>
                    <a:pt x="0" y="27266"/>
                  </a:lnTo>
                  <a:lnTo>
                    <a:pt x="804" y="35854"/>
                  </a:lnTo>
                  <a:lnTo>
                    <a:pt x="13538" y="83613"/>
                  </a:lnTo>
                  <a:lnTo>
                    <a:pt x="30000" y="118189"/>
                  </a:lnTo>
                  <a:lnTo>
                    <a:pt x="56215" y="156833"/>
                  </a:lnTo>
                  <a:lnTo>
                    <a:pt x="94449" y="197247"/>
                  </a:lnTo>
                  <a:lnTo>
                    <a:pt x="146968" y="237134"/>
                  </a:lnTo>
                  <a:lnTo>
                    <a:pt x="216040" y="274196"/>
                  </a:lnTo>
                  <a:lnTo>
                    <a:pt x="229087" y="280022"/>
                  </a:lnTo>
                  <a:lnTo>
                    <a:pt x="242133" y="274196"/>
                  </a:lnTo>
                  <a:lnTo>
                    <a:pt x="311205" y="237134"/>
                  </a:lnTo>
                  <a:lnTo>
                    <a:pt x="363724" y="197247"/>
                  </a:lnTo>
                  <a:lnTo>
                    <a:pt x="401958" y="156833"/>
                  </a:lnTo>
                  <a:lnTo>
                    <a:pt x="428173" y="118189"/>
                  </a:lnTo>
                  <a:lnTo>
                    <a:pt x="444636" y="83613"/>
                  </a:lnTo>
                  <a:lnTo>
                    <a:pt x="457369" y="35854"/>
                  </a:lnTo>
                  <a:lnTo>
                    <a:pt x="458174" y="27266"/>
                  </a:lnTo>
                  <a:lnTo>
                    <a:pt x="458174" y="0"/>
                  </a:lnTo>
                  <a:close/>
                </a:path>
              </a:pathLst>
            </a:custGeom>
            <a:solidFill>
              <a:srgbClr val="08155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599;p44">
              <a:extLst>
                <a:ext uri="{FF2B5EF4-FFF2-40B4-BE49-F238E27FC236}">
                  <a16:creationId xmlns:a16="http://schemas.microsoft.com/office/drawing/2014/main" id="{9DDBD787-CD15-EE41-FBD2-26F8DAF9B5EA}"/>
                </a:ext>
              </a:extLst>
            </p:cNvPr>
            <p:cNvSpPr/>
            <p:nvPr/>
          </p:nvSpPr>
          <p:spPr>
            <a:xfrm>
              <a:off x="629904" y="10452384"/>
              <a:ext cx="211454" cy="412115"/>
            </a:xfrm>
            <a:custGeom>
              <a:avLst/>
              <a:gdLst/>
              <a:ahLst/>
              <a:cxnLst/>
              <a:rect l="l" t="t" r="r" b="b"/>
              <a:pathLst>
                <a:path w="211455" h="412115" extrusionOk="0">
                  <a:moveTo>
                    <a:pt x="211348" y="0"/>
                  </a:moveTo>
                  <a:lnTo>
                    <a:pt x="31814" y="0"/>
                  </a:lnTo>
                  <a:lnTo>
                    <a:pt x="19431" y="2499"/>
                  </a:lnTo>
                  <a:lnTo>
                    <a:pt x="9318" y="9316"/>
                  </a:lnTo>
                  <a:lnTo>
                    <a:pt x="2500" y="19428"/>
                  </a:lnTo>
                  <a:lnTo>
                    <a:pt x="0" y="31814"/>
                  </a:lnTo>
                  <a:lnTo>
                    <a:pt x="0" y="210306"/>
                  </a:lnTo>
                  <a:lnTo>
                    <a:pt x="63896" y="210306"/>
                  </a:lnTo>
                  <a:lnTo>
                    <a:pt x="63896" y="109065"/>
                  </a:lnTo>
                  <a:lnTo>
                    <a:pt x="146921" y="191932"/>
                  </a:lnTo>
                  <a:lnTo>
                    <a:pt x="146921" y="364121"/>
                  </a:lnTo>
                  <a:lnTo>
                    <a:pt x="192154" y="400076"/>
                  </a:lnTo>
                  <a:lnTo>
                    <a:pt x="211348" y="411911"/>
                  </a:lnTo>
                  <a:lnTo>
                    <a:pt x="211348" y="165957"/>
                  </a:lnTo>
                  <a:lnTo>
                    <a:pt x="109091" y="63896"/>
                  </a:lnTo>
                  <a:lnTo>
                    <a:pt x="211348" y="63896"/>
                  </a:lnTo>
                  <a:lnTo>
                    <a:pt x="211348" y="0"/>
                  </a:lnTo>
                  <a:close/>
                </a:path>
              </a:pathLst>
            </a:custGeom>
            <a:solidFill>
              <a:srgbClr val="007A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0" name="Google Shape;600;p44">
            <a:extLst>
              <a:ext uri="{FF2B5EF4-FFF2-40B4-BE49-F238E27FC236}">
                <a16:creationId xmlns:a16="http://schemas.microsoft.com/office/drawing/2014/main" id="{C90BF9AF-98CD-F1E7-827B-739A138F6A1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47505" y="6385223"/>
            <a:ext cx="662421" cy="24231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Freeform 50">
            <a:extLst>
              <a:ext uri="{FF2B5EF4-FFF2-40B4-BE49-F238E27FC236}">
                <a16:creationId xmlns:a16="http://schemas.microsoft.com/office/drawing/2014/main" id="{3F5F9223-B607-33EA-D915-B263D1A4B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2684" y="1929076"/>
            <a:ext cx="3246729" cy="865246"/>
          </a:xfrm>
          <a:custGeom>
            <a:avLst/>
            <a:gdLst>
              <a:gd name="T0" fmla="*/ 688 w 5213"/>
              <a:gd name="T1" fmla="*/ 645 h 1387"/>
              <a:gd name="T2" fmla="*/ 39 w 5213"/>
              <a:gd name="T3" fmla="*/ 90 h 1387"/>
              <a:gd name="T4" fmla="*/ 39 w 5213"/>
              <a:gd name="T5" fmla="*/ 90 h 1387"/>
              <a:gd name="T6" fmla="*/ 72 w 5213"/>
              <a:gd name="T7" fmla="*/ 0 h 1387"/>
              <a:gd name="T8" fmla="*/ 4402 w 5213"/>
              <a:gd name="T9" fmla="*/ 0 h 1387"/>
              <a:gd name="T10" fmla="*/ 4402 w 5213"/>
              <a:gd name="T11" fmla="*/ 0 h 1387"/>
              <a:gd name="T12" fmla="*/ 4435 w 5213"/>
              <a:gd name="T13" fmla="*/ 12 h 1387"/>
              <a:gd name="T14" fmla="*/ 5188 w 5213"/>
              <a:gd name="T15" fmla="*/ 645 h 1387"/>
              <a:gd name="T16" fmla="*/ 5188 w 5213"/>
              <a:gd name="T17" fmla="*/ 645 h 1387"/>
              <a:gd name="T18" fmla="*/ 5188 w 5213"/>
              <a:gd name="T19" fmla="*/ 723 h 1387"/>
              <a:gd name="T20" fmla="*/ 4435 w 5213"/>
              <a:gd name="T21" fmla="*/ 1374 h 1387"/>
              <a:gd name="T22" fmla="*/ 4435 w 5213"/>
              <a:gd name="T23" fmla="*/ 1374 h 1387"/>
              <a:gd name="T24" fmla="*/ 4402 w 5213"/>
              <a:gd name="T25" fmla="*/ 1386 h 1387"/>
              <a:gd name="T26" fmla="*/ 69 w 5213"/>
              <a:gd name="T27" fmla="*/ 1386 h 1387"/>
              <a:gd name="T28" fmla="*/ 69 w 5213"/>
              <a:gd name="T29" fmla="*/ 1386 h 1387"/>
              <a:gd name="T30" fmla="*/ 36 w 5213"/>
              <a:gd name="T31" fmla="*/ 1297 h 1387"/>
              <a:gd name="T32" fmla="*/ 689 w 5213"/>
              <a:gd name="T33" fmla="*/ 723 h 1387"/>
              <a:gd name="T34" fmla="*/ 689 w 5213"/>
              <a:gd name="T35" fmla="*/ 723 h 1387"/>
              <a:gd name="T36" fmla="*/ 688 w 5213"/>
              <a:gd name="T37" fmla="*/ 645 h 13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5213" h="1387">
                <a:moveTo>
                  <a:pt x="688" y="645"/>
                </a:moveTo>
                <a:lnTo>
                  <a:pt x="39" y="90"/>
                </a:lnTo>
                <a:lnTo>
                  <a:pt x="39" y="90"/>
                </a:lnTo>
                <a:cubicBezTo>
                  <a:pt x="3" y="59"/>
                  <a:pt x="25" y="0"/>
                  <a:pt x="72" y="0"/>
                </a:cubicBezTo>
                <a:lnTo>
                  <a:pt x="4402" y="0"/>
                </a:lnTo>
                <a:lnTo>
                  <a:pt x="4402" y="0"/>
                </a:lnTo>
                <a:cubicBezTo>
                  <a:pt x="4414" y="0"/>
                  <a:pt x="4426" y="4"/>
                  <a:pt x="4435" y="12"/>
                </a:cubicBezTo>
                <a:lnTo>
                  <a:pt x="5188" y="645"/>
                </a:lnTo>
                <a:lnTo>
                  <a:pt x="5188" y="645"/>
                </a:lnTo>
                <a:cubicBezTo>
                  <a:pt x="5212" y="665"/>
                  <a:pt x="5212" y="702"/>
                  <a:pt x="5188" y="723"/>
                </a:cubicBezTo>
                <a:lnTo>
                  <a:pt x="4435" y="1374"/>
                </a:lnTo>
                <a:lnTo>
                  <a:pt x="4435" y="1374"/>
                </a:lnTo>
                <a:cubicBezTo>
                  <a:pt x="4426" y="1382"/>
                  <a:pt x="4414" y="1386"/>
                  <a:pt x="4402" y="1386"/>
                </a:cubicBezTo>
                <a:lnTo>
                  <a:pt x="69" y="1386"/>
                </a:lnTo>
                <a:lnTo>
                  <a:pt x="69" y="1386"/>
                </a:lnTo>
                <a:cubicBezTo>
                  <a:pt x="22" y="1386"/>
                  <a:pt x="0" y="1328"/>
                  <a:pt x="36" y="1297"/>
                </a:cubicBezTo>
                <a:lnTo>
                  <a:pt x="689" y="723"/>
                </a:lnTo>
                <a:lnTo>
                  <a:pt x="689" y="723"/>
                </a:lnTo>
                <a:cubicBezTo>
                  <a:pt x="712" y="702"/>
                  <a:pt x="712" y="666"/>
                  <a:pt x="688" y="645"/>
                </a:cubicBezTo>
              </a:path>
            </a:pathLst>
          </a:custGeom>
          <a:solidFill>
            <a:srgbClr val="007AC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265">
              <a:latin typeface="Lato Light" panose="020F050202020403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C3B616-3966-AE95-F061-FE1E757156F1}"/>
              </a:ext>
            </a:extLst>
          </p:cNvPr>
          <p:cNvSpPr txBox="1"/>
          <p:nvPr/>
        </p:nvSpPr>
        <p:spPr>
          <a:xfrm>
            <a:off x="5077216" y="2177033"/>
            <a:ext cx="3569957" cy="369332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sz="1800" b="1">
                <a:solidFill>
                  <a:schemeClr val="bg1"/>
                </a:solidFill>
                <a:latin typeface="Figtree" pitchFamily="2" charset="0"/>
              </a:rPr>
              <a:t>Government Integration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D9E054C-9439-674C-7B5F-115B796BB065}"/>
              </a:ext>
            </a:extLst>
          </p:cNvPr>
          <p:cNvSpPr txBox="1"/>
          <p:nvPr/>
        </p:nvSpPr>
        <p:spPr>
          <a:xfrm>
            <a:off x="9112905" y="2177033"/>
            <a:ext cx="3263135" cy="369332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sz="1800" b="1" spc="-15">
                <a:solidFill>
                  <a:schemeClr val="bg1"/>
                </a:solidFill>
                <a:latin typeface="Figtree" pitchFamily="2" charset="0"/>
              </a:rPr>
              <a:t>Strategic Partnerships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6A4989-A78C-109B-1652-282A807F11F9}"/>
              </a:ext>
            </a:extLst>
          </p:cNvPr>
          <p:cNvSpPr txBox="1"/>
          <p:nvPr/>
        </p:nvSpPr>
        <p:spPr>
          <a:xfrm>
            <a:off x="1041323" y="4270450"/>
            <a:ext cx="2475685" cy="20108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800" spc="-15">
                <a:solidFill>
                  <a:srgbClr val="111340"/>
                </a:solidFill>
                <a:latin typeface="Figtree" pitchFamily="2" charset="0"/>
              </a:rPr>
              <a:t>Operates under the Central Bank of Jordan (CBJ), ensuring full compliance with local financial laws and regulatory frameworks.</a:t>
            </a:r>
            <a:endParaRPr lang="en-US" sz="1800">
              <a:latin typeface="Figtree" pitchFamily="2" charset="0"/>
            </a:endParaRPr>
          </a:p>
          <a:p>
            <a:pPr>
              <a:lnSpc>
                <a:spcPts val="2000"/>
              </a:lnSpc>
            </a:pPr>
            <a:endParaRPr lang="en-US" sz="1800" spc="-15">
              <a:solidFill>
                <a:srgbClr val="111340"/>
              </a:solidFill>
              <a:latin typeface="Figtree" pitchFamily="2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1604C9F-76AF-6A29-8D7D-55E9CCFAF411}"/>
              </a:ext>
            </a:extLst>
          </p:cNvPr>
          <p:cNvGrpSpPr/>
          <p:nvPr/>
        </p:nvGrpSpPr>
        <p:grpSpPr>
          <a:xfrm>
            <a:off x="1193854" y="3102047"/>
            <a:ext cx="1981341" cy="696532"/>
            <a:chOff x="7402688" y="1800027"/>
            <a:chExt cx="2136493" cy="839652"/>
          </a:xfrm>
        </p:grpSpPr>
        <p:pic>
          <p:nvPicPr>
            <p:cNvPr id="35" name="Google Shape;558;p43" descr="A logo with a crown and a crown&#10;&#10;Description automatically generated">
              <a:extLst>
                <a:ext uri="{FF2B5EF4-FFF2-40B4-BE49-F238E27FC236}">
                  <a16:creationId xmlns:a16="http://schemas.microsoft.com/office/drawing/2014/main" id="{07FB65C3-3074-5A4D-63C4-04E6B6154DD4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402688" y="1800027"/>
              <a:ext cx="863550" cy="8396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" name="Google Shape;559;p43">
              <a:extLst>
                <a:ext uri="{FF2B5EF4-FFF2-40B4-BE49-F238E27FC236}">
                  <a16:creationId xmlns:a16="http://schemas.microsoft.com/office/drawing/2014/main" id="{CB9E3A44-313B-5343-CC7D-442D27C85DDA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372828" y="1865365"/>
              <a:ext cx="1166353" cy="7089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568C27E6-5134-148B-F193-9F6ECAD3A826}"/>
              </a:ext>
            </a:extLst>
          </p:cNvPr>
          <p:cNvSpPr txBox="1"/>
          <p:nvPr/>
        </p:nvSpPr>
        <p:spPr>
          <a:xfrm>
            <a:off x="9003572" y="4181692"/>
            <a:ext cx="2943088" cy="22878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800" spc="-15">
                <a:solidFill>
                  <a:srgbClr val="111340"/>
                </a:solidFill>
                <a:latin typeface="Figtree"/>
              </a:rPr>
              <a:t>Agreement  with Arab Bank to host escrow accounts and integrated </a:t>
            </a:r>
            <a:r>
              <a:rPr lang="en-US" sz="1800" spc="-15" err="1">
                <a:solidFill>
                  <a:srgbClr val="111340"/>
                </a:solidFill>
                <a:latin typeface="Figtree"/>
              </a:rPr>
              <a:t>eFawateercom</a:t>
            </a:r>
            <a:r>
              <a:rPr lang="en-US" sz="1800" spc="-15">
                <a:solidFill>
                  <a:srgbClr val="111340"/>
                </a:solidFill>
                <a:latin typeface="Figtree"/>
              </a:rPr>
              <a:t> as a payment gateway to ensure secure and seamless transactions for high-value deals.</a:t>
            </a:r>
          </a:p>
          <a:p>
            <a:pPr>
              <a:lnSpc>
                <a:spcPts val="2000"/>
              </a:lnSpc>
            </a:pPr>
            <a:endParaRPr lang="en-US" sz="1800">
              <a:solidFill>
                <a:srgbClr val="111340"/>
              </a:solidFill>
              <a:latin typeface="Figtree" pitchFamily="2" charset="0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03BA15A3-D36B-5068-9F99-7531C746D0C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0213"/>
          <a:stretch/>
        </p:blipFill>
        <p:spPr>
          <a:xfrm>
            <a:off x="9373106" y="3051656"/>
            <a:ext cx="1620791" cy="412647"/>
          </a:xfrm>
          <a:prstGeom prst="rect">
            <a:avLst/>
          </a:prstGeom>
        </p:spPr>
      </p:pic>
      <p:pic>
        <p:nvPicPr>
          <p:cNvPr id="39" name="Picture 38" descr="A red and white logo&#10;&#10;Description automatically generated">
            <a:extLst>
              <a:ext uri="{FF2B5EF4-FFF2-40B4-BE49-F238E27FC236}">
                <a16:creationId xmlns:a16="http://schemas.microsoft.com/office/drawing/2014/main" id="{BB914EC4-14F0-8D55-15BB-D5B915FAED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8907" y="3085207"/>
            <a:ext cx="1809750" cy="79057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8FE1A543-CF41-37FE-95C7-8FF2BDFB9678}"/>
              </a:ext>
            </a:extLst>
          </p:cNvPr>
          <p:cNvSpPr txBox="1"/>
          <p:nvPr/>
        </p:nvSpPr>
        <p:spPr>
          <a:xfrm>
            <a:off x="5048167" y="4268705"/>
            <a:ext cx="2263414" cy="23083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800">
                <a:solidFill>
                  <a:srgbClr val="111340"/>
                </a:solidFill>
                <a:latin typeface="Figtree" pitchFamily="2" charset="0"/>
              </a:rPr>
              <a:t>Signed agreements with Jordanian government entities to access APIs for real-time vehicle ownership verification.</a:t>
            </a:r>
            <a:endParaRPr lang="en-US" sz="1800">
              <a:latin typeface="Figtree" pitchFamily="2" charset="0"/>
            </a:endParaRPr>
          </a:p>
          <a:p>
            <a:endParaRPr lang="en-US" sz="1800">
              <a:solidFill>
                <a:srgbClr val="111340"/>
              </a:solidFill>
              <a:latin typeface="Figtree" pitchFamily="2" charset="0"/>
            </a:endParaRPr>
          </a:p>
        </p:txBody>
      </p:sp>
      <p:pic>
        <p:nvPicPr>
          <p:cNvPr id="41" name="Google Shape;285;p36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79B2795F-C299-AF7D-CC9C-D67351B8811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48912" y="3601834"/>
            <a:ext cx="2008410" cy="39349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214;p32">
            <a:extLst>
              <a:ext uri="{FF2B5EF4-FFF2-40B4-BE49-F238E27FC236}">
                <a16:creationId xmlns:a16="http://schemas.microsoft.com/office/drawing/2014/main" id="{1376A1B3-D26B-1A67-8126-F4BE75E71B04}"/>
              </a:ext>
            </a:extLst>
          </p:cNvPr>
          <p:cNvSpPr txBox="1">
            <a:spLocks/>
          </p:cNvSpPr>
          <p:nvPr/>
        </p:nvSpPr>
        <p:spPr>
          <a:xfrm>
            <a:off x="160283" y="209424"/>
            <a:ext cx="10515600" cy="957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25" tIns="27700" rIns="55425" bIns="27700" anchor="ctr" anchorCtr="0">
            <a:normAutofit fontScale="8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400" b="1">
                <a:solidFill>
                  <a:srgbClr val="07155C"/>
                </a:solidFill>
                <a:latin typeface="Figtree" pitchFamily="2" charset="0"/>
              </a:rPr>
              <a:t>Regulatory &amp; Partnerships</a:t>
            </a:r>
            <a:br>
              <a:rPr lang="en-US" sz="4000" b="1">
                <a:solidFill>
                  <a:srgbClr val="07155C"/>
                </a:solidFill>
                <a:latin typeface="Figtree" pitchFamily="2" charset="0"/>
              </a:rPr>
            </a:br>
            <a:r>
              <a:rPr lang="en-US" sz="4000" b="1">
                <a:solidFill>
                  <a:srgbClr val="07155C"/>
                </a:solidFill>
                <a:latin typeface="Figtree" pitchFamily="2" charset="0"/>
                <a:sym typeface="Figtree"/>
              </a:rPr>
              <a:t>	</a:t>
            </a:r>
            <a:endParaRPr lang="en-US">
              <a:solidFill>
                <a:srgbClr val="07155C"/>
              </a:solidFill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5663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  <p:bldP spid="30" grpId="0"/>
      <p:bldP spid="8" grpId="0" animBg="1"/>
      <p:bldP spid="12" grpId="0"/>
      <p:bldP spid="32" grpId="0"/>
      <p:bldP spid="27" grpId="0"/>
      <p:bldP spid="37" grpId="0"/>
      <p:bldP spid="4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B86EB-9A53-2724-6CCC-45F12FC27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34">
            <a:extLst>
              <a:ext uri="{FF2B5EF4-FFF2-40B4-BE49-F238E27FC236}">
                <a16:creationId xmlns:a16="http://schemas.microsoft.com/office/drawing/2014/main" id="{057235A9-0EB4-3F3A-D78B-160A9984B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634" y="1929076"/>
            <a:ext cx="3246729" cy="865246"/>
          </a:xfrm>
          <a:custGeom>
            <a:avLst/>
            <a:gdLst>
              <a:gd name="T0" fmla="*/ 689 w 5213"/>
              <a:gd name="T1" fmla="*/ 645 h 1387"/>
              <a:gd name="T2" fmla="*/ 39 w 5213"/>
              <a:gd name="T3" fmla="*/ 90 h 1387"/>
              <a:gd name="T4" fmla="*/ 39 w 5213"/>
              <a:gd name="T5" fmla="*/ 90 h 1387"/>
              <a:gd name="T6" fmla="*/ 72 w 5213"/>
              <a:gd name="T7" fmla="*/ 0 h 1387"/>
              <a:gd name="T8" fmla="*/ 4403 w 5213"/>
              <a:gd name="T9" fmla="*/ 0 h 1387"/>
              <a:gd name="T10" fmla="*/ 4403 w 5213"/>
              <a:gd name="T11" fmla="*/ 0 h 1387"/>
              <a:gd name="T12" fmla="*/ 4436 w 5213"/>
              <a:gd name="T13" fmla="*/ 12 h 1387"/>
              <a:gd name="T14" fmla="*/ 5188 w 5213"/>
              <a:gd name="T15" fmla="*/ 645 h 1387"/>
              <a:gd name="T16" fmla="*/ 5188 w 5213"/>
              <a:gd name="T17" fmla="*/ 645 h 1387"/>
              <a:gd name="T18" fmla="*/ 5188 w 5213"/>
              <a:gd name="T19" fmla="*/ 723 h 1387"/>
              <a:gd name="T20" fmla="*/ 4436 w 5213"/>
              <a:gd name="T21" fmla="*/ 1374 h 1387"/>
              <a:gd name="T22" fmla="*/ 4436 w 5213"/>
              <a:gd name="T23" fmla="*/ 1374 h 1387"/>
              <a:gd name="T24" fmla="*/ 4403 w 5213"/>
              <a:gd name="T25" fmla="*/ 1386 h 1387"/>
              <a:gd name="T26" fmla="*/ 70 w 5213"/>
              <a:gd name="T27" fmla="*/ 1386 h 1387"/>
              <a:gd name="T28" fmla="*/ 70 w 5213"/>
              <a:gd name="T29" fmla="*/ 1386 h 1387"/>
              <a:gd name="T30" fmla="*/ 36 w 5213"/>
              <a:gd name="T31" fmla="*/ 1297 h 1387"/>
              <a:gd name="T32" fmla="*/ 690 w 5213"/>
              <a:gd name="T33" fmla="*/ 723 h 1387"/>
              <a:gd name="T34" fmla="*/ 690 w 5213"/>
              <a:gd name="T35" fmla="*/ 723 h 1387"/>
              <a:gd name="T36" fmla="*/ 689 w 5213"/>
              <a:gd name="T37" fmla="*/ 645 h 13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5213" h="1387">
                <a:moveTo>
                  <a:pt x="689" y="645"/>
                </a:moveTo>
                <a:lnTo>
                  <a:pt x="39" y="90"/>
                </a:lnTo>
                <a:lnTo>
                  <a:pt x="39" y="90"/>
                </a:lnTo>
                <a:cubicBezTo>
                  <a:pt x="3" y="59"/>
                  <a:pt x="25" y="0"/>
                  <a:pt x="72" y="0"/>
                </a:cubicBezTo>
                <a:lnTo>
                  <a:pt x="4403" y="0"/>
                </a:lnTo>
                <a:lnTo>
                  <a:pt x="4403" y="0"/>
                </a:lnTo>
                <a:cubicBezTo>
                  <a:pt x="4415" y="0"/>
                  <a:pt x="4427" y="4"/>
                  <a:pt x="4436" y="12"/>
                </a:cubicBezTo>
                <a:lnTo>
                  <a:pt x="5188" y="645"/>
                </a:lnTo>
                <a:lnTo>
                  <a:pt x="5188" y="645"/>
                </a:lnTo>
                <a:cubicBezTo>
                  <a:pt x="5212" y="665"/>
                  <a:pt x="5212" y="702"/>
                  <a:pt x="5188" y="723"/>
                </a:cubicBezTo>
                <a:lnTo>
                  <a:pt x="4436" y="1374"/>
                </a:lnTo>
                <a:lnTo>
                  <a:pt x="4436" y="1374"/>
                </a:lnTo>
                <a:cubicBezTo>
                  <a:pt x="4427" y="1382"/>
                  <a:pt x="4415" y="1386"/>
                  <a:pt x="4403" y="1386"/>
                </a:cubicBezTo>
                <a:lnTo>
                  <a:pt x="70" y="1386"/>
                </a:lnTo>
                <a:lnTo>
                  <a:pt x="70" y="1386"/>
                </a:lnTo>
                <a:cubicBezTo>
                  <a:pt x="23" y="1386"/>
                  <a:pt x="0" y="1328"/>
                  <a:pt x="36" y="1297"/>
                </a:cubicBezTo>
                <a:lnTo>
                  <a:pt x="690" y="723"/>
                </a:lnTo>
                <a:lnTo>
                  <a:pt x="690" y="723"/>
                </a:lnTo>
                <a:cubicBezTo>
                  <a:pt x="713" y="702"/>
                  <a:pt x="713" y="666"/>
                  <a:pt x="689" y="645"/>
                </a:cubicBezTo>
              </a:path>
            </a:pathLst>
          </a:custGeom>
          <a:solidFill>
            <a:srgbClr val="07155C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265">
              <a:latin typeface="Lato Light" panose="020F0502020204030203" pitchFamily="34" charset="0"/>
            </a:endParaRPr>
          </a:p>
        </p:txBody>
      </p:sp>
      <p:sp>
        <p:nvSpPr>
          <p:cNvPr id="13" name="Freeform 50">
            <a:extLst>
              <a:ext uri="{FF2B5EF4-FFF2-40B4-BE49-F238E27FC236}">
                <a16:creationId xmlns:a16="http://schemas.microsoft.com/office/drawing/2014/main" id="{A6844084-1BD8-2FFC-9FC1-A2D6F3136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3159" y="1929076"/>
            <a:ext cx="3246729" cy="865246"/>
          </a:xfrm>
          <a:custGeom>
            <a:avLst/>
            <a:gdLst>
              <a:gd name="T0" fmla="*/ 688 w 5213"/>
              <a:gd name="T1" fmla="*/ 645 h 1387"/>
              <a:gd name="T2" fmla="*/ 39 w 5213"/>
              <a:gd name="T3" fmla="*/ 90 h 1387"/>
              <a:gd name="T4" fmla="*/ 39 w 5213"/>
              <a:gd name="T5" fmla="*/ 90 h 1387"/>
              <a:gd name="T6" fmla="*/ 72 w 5213"/>
              <a:gd name="T7" fmla="*/ 0 h 1387"/>
              <a:gd name="T8" fmla="*/ 4402 w 5213"/>
              <a:gd name="T9" fmla="*/ 0 h 1387"/>
              <a:gd name="T10" fmla="*/ 4402 w 5213"/>
              <a:gd name="T11" fmla="*/ 0 h 1387"/>
              <a:gd name="T12" fmla="*/ 4435 w 5213"/>
              <a:gd name="T13" fmla="*/ 12 h 1387"/>
              <a:gd name="T14" fmla="*/ 5188 w 5213"/>
              <a:gd name="T15" fmla="*/ 645 h 1387"/>
              <a:gd name="T16" fmla="*/ 5188 w 5213"/>
              <a:gd name="T17" fmla="*/ 645 h 1387"/>
              <a:gd name="T18" fmla="*/ 5188 w 5213"/>
              <a:gd name="T19" fmla="*/ 723 h 1387"/>
              <a:gd name="T20" fmla="*/ 4435 w 5213"/>
              <a:gd name="T21" fmla="*/ 1374 h 1387"/>
              <a:gd name="T22" fmla="*/ 4435 w 5213"/>
              <a:gd name="T23" fmla="*/ 1374 h 1387"/>
              <a:gd name="T24" fmla="*/ 4402 w 5213"/>
              <a:gd name="T25" fmla="*/ 1386 h 1387"/>
              <a:gd name="T26" fmla="*/ 69 w 5213"/>
              <a:gd name="T27" fmla="*/ 1386 h 1387"/>
              <a:gd name="T28" fmla="*/ 69 w 5213"/>
              <a:gd name="T29" fmla="*/ 1386 h 1387"/>
              <a:gd name="T30" fmla="*/ 36 w 5213"/>
              <a:gd name="T31" fmla="*/ 1297 h 1387"/>
              <a:gd name="T32" fmla="*/ 689 w 5213"/>
              <a:gd name="T33" fmla="*/ 723 h 1387"/>
              <a:gd name="T34" fmla="*/ 689 w 5213"/>
              <a:gd name="T35" fmla="*/ 723 h 1387"/>
              <a:gd name="T36" fmla="*/ 688 w 5213"/>
              <a:gd name="T37" fmla="*/ 645 h 13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5213" h="1387">
                <a:moveTo>
                  <a:pt x="688" y="645"/>
                </a:moveTo>
                <a:lnTo>
                  <a:pt x="39" y="90"/>
                </a:lnTo>
                <a:lnTo>
                  <a:pt x="39" y="90"/>
                </a:lnTo>
                <a:cubicBezTo>
                  <a:pt x="3" y="59"/>
                  <a:pt x="25" y="0"/>
                  <a:pt x="72" y="0"/>
                </a:cubicBezTo>
                <a:lnTo>
                  <a:pt x="4402" y="0"/>
                </a:lnTo>
                <a:lnTo>
                  <a:pt x="4402" y="0"/>
                </a:lnTo>
                <a:cubicBezTo>
                  <a:pt x="4414" y="0"/>
                  <a:pt x="4426" y="4"/>
                  <a:pt x="4435" y="12"/>
                </a:cubicBezTo>
                <a:lnTo>
                  <a:pt x="5188" y="645"/>
                </a:lnTo>
                <a:lnTo>
                  <a:pt x="5188" y="645"/>
                </a:lnTo>
                <a:cubicBezTo>
                  <a:pt x="5212" y="665"/>
                  <a:pt x="5212" y="702"/>
                  <a:pt x="5188" y="723"/>
                </a:cubicBezTo>
                <a:lnTo>
                  <a:pt x="4435" y="1374"/>
                </a:lnTo>
                <a:lnTo>
                  <a:pt x="4435" y="1374"/>
                </a:lnTo>
                <a:cubicBezTo>
                  <a:pt x="4426" y="1382"/>
                  <a:pt x="4414" y="1386"/>
                  <a:pt x="4402" y="1386"/>
                </a:cubicBezTo>
                <a:lnTo>
                  <a:pt x="69" y="1386"/>
                </a:lnTo>
                <a:lnTo>
                  <a:pt x="69" y="1386"/>
                </a:lnTo>
                <a:cubicBezTo>
                  <a:pt x="22" y="1386"/>
                  <a:pt x="0" y="1328"/>
                  <a:pt x="36" y="1297"/>
                </a:cubicBezTo>
                <a:lnTo>
                  <a:pt x="689" y="723"/>
                </a:lnTo>
                <a:lnTo>
                  <a:pt x="689" y="723"/>
                </a:lnTo>
                <a:cubicBezTo>
                  <a:pt x="712" y="702"/>
                  <a:pt x="712" y="666"/>
                  <a:pt x="688" y="645"/>
                </a:cubicBezTo>
              </a:path>
            </a:pathLst>
          </a:custGeom>
          <a:solidFill>
            <a:srgbClr val="01B3B9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265">
              <a:latin typeface="Lato Light" panose="020F0502020204030203" pitchFamily="34" charset="0"/>
            </a:endParaRPr>
          </a:p>
        </p:txBody>
      </p:sp>
      <p:sp>
        <p:nvSpPr>
          <p:cNvPr id="16" name="Freeform 78">
            <a:extLst>
              <a:ext uri="{FF2B5EF4-FFF2-40B4-BE49-F238E27FC236}">
                <a16:creationId xmlns:a16="http://schemas.microsoft.com/office/drawing/2014/main" id="{FF38C57D-A29F-806F-0C91-863008F68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2685" y="2335836"/>
            <a:ext cx="1271772" cy="1845856"/>
          </a:xfrm>
          <a:custGeom>
            <a:avLst/>
            <a:gdLst>
              <a:gd name="T0" fmla="*/ 539 w 2041"/>
              <a:gd name="T1" fmla="*/ 26 h 2964"/>
              <a:gd name="T2" fmla="*/ 539 w 2041"/>
              <a:gd name="T3" fmla="*/ 26 h 2964"/>
              <a:gd name="T4" fmla="*/ 570 w 2041"/>
              <a:gd name="T5" fmla="*/ 2 h 2964"/>
              <a:gd name="T6" fmla="*/ 570 w 2041"/>
              <a:gd name="T7" fmla="*/ 2 h 2964"/>
              <a:gd name="T8" fmla="*/ 1656 w 2041"/>
              <a:gd name="T9" fmla="*/ 553 h 2964"/>
              <a:gd name="T10" fmla="*/ 1656 w 2041"/>
              <a:gd name="T11" fmla="*/ 553 h 2964"/>
              <a:gd name="T12" fmla="*/ 1975 w 2041"/>
              <a:gd name="T13" fmla="*/ 1604 h 2964"/>
              <a:gd name="T14" fmla="*/ 1975 w 2041"/>
              <a:gd name="T15" fmla="*/ 1604 h 2964"/>
              <a:gd name="T16" fmla="*/ 1313 w 2041"/>
              <a:gd name="T17" fmla="*/ 2535 h 2964"/>
              <a:gd name="T18" fmla="*/ 1313 w 2041"/>
              <a:gd name="T19" fmla="*/ 2535 h 2964"/>
              <a:gd name="T20" fmla="*/ 93 w 2041"/>
              <a:gd name="T21" fmla="*/ 2806 h 2964"/>
              <a:gd name="T22" fmla="*/ 206 w 2041"/>
              <a:gd name="T23" fmla="*/ 2917 h 2964"/>
              <a:gd name="T24" fmla="*/ 206 w 2041"/>
              <a:gd name="T25" fmla="*/ 2917 h 2964"/>
              <a:gd name="T26" fmla="*/ 207 w 2041"/>
              <a:gd name="T27" fmla="*/ 2953 h 2964"/>
              <a:gd name="T28" fmla="*/ 207 w 2041"/>
              <a:gd name="T29" fmla="*/ 2953 h 2964"/>
              <a:gd name="T30" fmla="*/ 171 w 2041"/>
              <a:gd name="T31" fmla="*/ 2953 h 2964"/>
              <a:gd name="T32" fmla="*/ 11 w 2041"/>
              <a:gd name="T33" fmla="*/ 2797 h 2964"/>
              <a:gd name="T34" fmla="*/ 11 w 2041"/>
              <a:gd name="T35" fmla="*/ 2797 h 2964"/>
              <a:gd name="T36" fmla="*/ 10 w 2041"/>
              <a:gd name="T37" fmla="*/ 2761 h 2964"/>
              <a:gd name="T38" fmla="*/ 166 w 2041"/>
              <a:gd name="T39" fmla="*/ 2602 h 2964"/>
              <a:gd name="T40" fmla="*/ 166 w 2041"/>
              <a:gd name="T41" fmla="*/ 2602 h 2964"/>
              <a:gd name="T42" fmla="*/ 202 w 2041"/>
              <a:gd name="T43" fmla="*/ 2602 h 2964"/>
              <a:gd name="T44" fmla="*/ 202 w 2041"/>
              <a:gd name="T45" fmla="*/ 2602 h 2964"/>
              <a:gd name="T46" fmla="*/ 202 w 2041"/>
              <a:gd name="T47" fmla="*/ 2637 h 2964"/>
              <a:gd name="T48" fmla="*/ 94 w 2041"/>
              <a:gd name="T49" fmla="*/ 2749 h 2964"/>
              <a:gd name="T50" fmla="*/ 94 w 2041"/>
              <a:gd name="T51" fmla="*/ 2749 h 2964"/>
              <a:gd name="T52" fmla="*/ 95 w 2041"/>
              <a:gd name="T53" fmla="*/ 2749 h 2964"/>
              <a:gd name="T54" fmla="*/ 95 w 2041"/>
              <a:gd name="T55" fmla="*/ 2749 h 2964"/>
              <a:gd name="T56" fmla="*/ 1273 w 2041"/>
              <a:gd name="T57" fmla="*/ 2490 h 2964"/>
              <a:gd name="T58" fmla="*/ 1273 w 2041"/>
              <a:gd name="T59" fmla="*/ 2490 h 2964"/>
              <a:gd name="T60" fmla="*/ 1908 w 2041"/>
              <a:gd name="T61" fmla="*/ 1596 h 2964"/>
              <a:gd name="T62" fmla="*/ 1908 w 2041"/>
              <a:gd name="T63" fmla="*/ 1596 h 2964"/>
              <a:gd name="T64" fmla="*/ 1602 w 2041"/>
              <a:gd name="T65" fmla="*/ 587 h 2964"/>
              <a:gd name="T66" fmla="*/ 1602 w 2041"/>
              <a:gd name="T67" fmla="*/ 587 h 2964"/>
              <a:gd name="T68" fmla="*/ 563 w 2041"/>
              <a:gd name="T69" fmla="*/ 59 h 2964"/>
              <a:gd name="T70" fmla="*/ 563 w 2041"/>
              <a:gd name="T71" fmla="*/ 59 h 2964"/>
              <a:gd name="T72" fmla="*/ 539 w 2041"/>
              <a:gd name="T73" fmla="*/ 26 h 2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041" h="2964">
                <a:moveTo>
                  <a:pt x="539" y="26"/>
                </a:moveTo>
                <a:lnTo>
                  <a:pt x="539" y="26"/>
                </a:lnTo>
                <a:cubicBezTo>
                  <a:pt x="541" y="10"/>
                  <a:pt x="555" y="0"/>
                  <a:pt x="570" y="2"/>
                </a:cubicBezTo>
                <a:lnTo>
                  <a:pt x="570" y="2"/>
                </a:lnTo>
                <a:cubicBezTo>
                  <a:pt x="1004" y="61"/>
                  <a:pt x="1393" y="258"/>
                  <a:pt x="1656" y="553"/>
                </a:cubicBezTo>
                <a:lnTo>
                  <a:pt x="1656" y="553"/>
                </a:lnTo>
                <a:cubicBezTo>
                  <a:pt x="1925" y="854"/>
                  <a:pt x="2040" y="1232"/>
                  <a:pt x="1975" y="1604"/>
                </a:cubicBezTo>
                <a:lnTo>
                  <a:pt x="1975" y="1604"/>
                </a:lnTo>
                <a:cubicBezTo>
                  <a:pt x="1911" y="1976"/>
                  <a:pt x="1673" y="2311"/>
                  <a:pt x="1313" y="2535"/>
                </a:cubicBezTo>
                <a:lnTo>
                  <a:pt x="1313" y="2535"/>
                </a:lnTo>
                <a:cubicBezTo>
                  <a:pt x="963" y="2754"/>
                  <a:pt x="525" y="2851"/>
                  <a:pt x="93" y="2806"/>
                </a:cubicBezTo>
                <a:lnTo>
                  <a:pt x="206" y="2917"/>
                </a:lnTo>
                <a:lnTo>
                  <a:pt x="206" y="2917"/>
                </a:lnTo>
                <a:cubicBezTo>
                  <a:pt x="217" y="2926"/>
                  <a:pt x="217" y="2942"/>
                  <a:pt x="207" y="2953"/>
                </a:cubicBezTo>
                <a:lnTo>
                  <a:pt x="207" y="2953"/>
                </a:lnTo>
                <a:cubicBezTo>
                  <a:pt x="197" y="2963"/>
                  <a:pt x="181" y="2963"/>
                  <a:pt x="171" y="2953"/>
                </a:cubicBezTo>
                <a:lnTo>
                  <a:pt x="11" y="2797"/>
                </a:lnTo>
                <a:lnTo>
                  <a:pt x="11" y="2797"/>
                </a:lnTo>
                <a:cubicBezTo>
                  <a:pt x="0" y="2787"/>
                  <a:pt x="0" y="2772"/>
                  <a:pt x="10" y="2761"/>
                </a:cubicBezTo>
                <a:lnTo>
                  <a:pt x="166" y="2602"/>
                </a:lnTo>
                <a:lnTo>
                  <a:pt x="166" y="2602"/>
                </a:lnTo>
                <a:cubicBezTo>
                  <a:pt x="176" y="2592"/>
                  <a:pt x="192" y="2591"/>
                  <a:pt x="202" y="2602"/>
                </a:cubicBezTo>
                <a:lnTo>
                  <a:pt x="202" y="2602"/>
                </a:lnTo>
                <a:cubicBezTo>
                  <a:pt x="212" y="2612"/>
                  <a:pt x="212" y="2627"/>
                  <a:pt x="202" y="2637"/>
                </a:cubicBezTo>
                <a:lnTo>
                  <a:pt x="94" y="2749"/>
                </a:lnTo>
                <a:lnTo>
                  <a:pt x="94" y="2749"/>
                </a:lnTo>
                <a:cubicBezTo>
                  <a:pt x="94" y="2749"/>
                  <a:pt x="94" y="2749"/>
                  <a:pt x="95" y="2749"/>
                </a:cubicBezTo>
                <a:lnTo>
                  <a:pt x="95" y="2749"/>
                </a:lnTo>
                <a:cubicBezTo>
                  <a:pt x="512" y="2794"/>
                  <a:pt x="935" y="2701"/>
                  <a:pt x="1273" y="2490"/>
                </a:cubicBezTo>
                <a:lnTo>
                  <a:pt x="1273" y="2490"/>
                </a:lnTo>
                <a:cubicBezTo>
                  <a:pt x="1618" y="2275"/>
                  <a:pt x="1846" y="1953"/>
                  <a:pt x="1908" y="1596"/>
                </a:cubicBezTo>
                <a:lnTo>
                  <a:pt x="1908" y="1596"/>
                </a:lnTo>
                <a:cubicBezTo>
                  <a:pt x="1970" y="1239"/>
                  <a:pt x="1860" y="876"/>
                  <a:pt x="1602" y="587"/>
                </a:cubicBezTo>
                <a:lnTo>
                  <a:pt x="1602" y="587"/>
                </a:lnTo>
                <a:cubicBezTo>
                  <a:pt x="1350" y="304"/>
                  <a:pt x="978" y="115"/>
                  <a:pt x="563" y="59"/>
                </a:cubicBezTo>
                <a:lnTo>
                  <a:pt x="563" y="59"/>
                </a:lnTo>
                <a:cubicBezTo>
                  <a:pt x="547" y="57"/>
                  <a:pt x="536" y="41"/>
                  <a:pt x="539" y="26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265">
              <a:latin typeface="Lato Light" panose="020F0502020204030203" pitchFamily="34" charset="0"/>
            </a:endParaRPr>
          </a:p>
        </p:txBody>
      </p:sp>
      <p:sp>
        <p:nvSpPr>
          <p:cNvPr id="17" name="Freeform 79">
            <a:extLst>
              <a:ext uri="{FF2B5EF4-FFF2-40B4-BE49-F238E27FC236}">
                <a16:creationId xmlns:a16="http://schemas.microsoft.com/office/drawing/2014/main" id="{D88682E8-9029-64F6-F6CE-CC5190D8D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634" y="4077314"/>
            <a:ext cx="1269026" cy="1848602"/>
          </a:xfrm>
          <a:custGeom>
            <a:avLst/>
            <a:gdLst>
              <a:gd name="T0" fmla="*/ 1500 w 2039"/>
              <a:gd name="T1" fmla="*/ 26 h 2966"/>
              <a:gd name="T2" fmla="*/ 1500 w 2039"/>
              <a:gd name="T3" fmla="*/ 26 h 2966"/>
              <a:gd name="T4" fmla="*/ 1469 w 2039"/>
              <a:gd name="T5" fmla="*/ 3 h 2966"/>
              <a:gd name="T6" fmla="*/ 1469 w 2039"/>
              <a:gd name="T7" fmla="*/ 3 h 2966"/>
              <a:gd name="T8" fmla="*/ 383 w 2039"/>
              <a:gd name="T9" fmla="*/ 553 h 2966"/>
              <a:gd name="T10" fmla="*/ 383 w 2039"/>
              <a:gd name="T11" fmla="*/ 553 h 2966"/>
              <a:gd name="T12" fmla="*/ 64 w 2039"/>
              <a:gd name="T13" fmla="*/ 1605 h 2966"/>
              <a:gd name="T14" fmla="*/ 64 w 2039"/>
              <a:gd name="T15" fmla="*/ 1605 h 2966"/>
              <a:gd name="T16" fmla="*/ 726 w 2039"/>
              <a:gd name="T17" fmla="*/ 2537 h 2966"/>
              <a:gd name="T18" fmla="*/ 726 w 2039"/>
              <a:gd name="T19" fmla="*/ 2537 h 2966"/>
              <a:gd name="T20" fmla="*/ 1946 w 2039"/>
              <a:gd name="T21" fmla="*/ 2807 h 2966"/>
              <a:gd name="T22" fmla="*/ 1834 w 2039"/>
              <a:gd name="T23" fmla="*/ 2919 h 2966"/>
              <a:gd name="T24" fmla="*/ 1834 w 2039"/>
              <a:gd name="T25" fmla="*/ 2919 h 2966"/>
              <a:gd name="T26" fmla="*/ 1834 w 2039"/>
              <a:gd name="T27" fmla="*/ 2955 h 2966"/>
              <a:gd name="T28" fmla="*/ 1834 w 2039"/>
              <a:gd name="T29" fmla="*/ 2955 h 2966"/>
              <a:gd name="T30" fmla="*/ 1870 w 2039"/>
              <a:gd name="T31" fmla="*/ 2955 h 2966"/>
              <a:gd name="T32" fmla="*/ 2028 w 2039"/>
              <a:gd name="T33" fmla="*/ 2797 h 2966"/>
              <a:gd name="T34" fmla="*/ 2028 w 2039"/>
              <a:gd name="T35" fmla="*/ 2797 h 2966"/>
              <a:gd name="T36" fmla="*/ 2028 w 2039"/>
              <a:gd name="T37" fmla="*/ 2761 h 2966"/>
              <a:gd name="T38" fmla="*/ 1870 w 2039"/>
              <a:gd name="T39" fmla="*/ 2604 h 2966"/>
              <a:gd name="T40" fmla="*/ 1870 w 2039"/>
              <a:gd name="T41" fmla="*/ 2604 h 2966"/>
              <a:gd name="T42" fmla="*/ 1834 w 2039"/>
              <a:gd name="T43" fmla="*/ 2604 h 2966"/>
              <a:gd name="T44" fmla="*/ 1834 w 2039"/>
              <a:gd name="T45" fmla="*/ 2604 h 2966"/>
              <a:gd name="T46" fmla="*/ 1834 w 2039"/>
              <a:gd name="T47" fmla="*/ 2640 h 2966"/>
              <a:gd name="T48" fmla="*/ 1945 w 2039"/>
              <a:gd name="T49" fmla="*/ 2750 h 2966"/>
              <a:gd name="T50" fmla="*/ 1945 w 2039"/>
              <a:gd name="T51" fmla="*/ 2750 h 2966"/>
              <a:gd name="T52" fmla="*/ 1944 w 2039"/>
              <a:gd name="T53" fmla="*/ 2750 h 2966"/>
              <a:gd name="T54" fmla="*/ 1944 w 2039"/>
              <a:gd name="T55" fmla="*/ 2750 h 2966"/>
              <a:gd name="T56" fmla="*/ 766 w 2039"/>
              <a:gd name="T57" fmla="*/ 2491 h 2966"/>
              <a:gd name="T58" fmla="*/ 766 w 2039"/>
              <a:gd name="T59" fmla="*/ 2491 h 2966"/>
              <a:gd name="T60" fmla="*/ 131 w 2039"/>
              <a:gd name="T61" fmla="*/ 1596 h 2966"/>
              <a:gd name="T62" fmla="*/ 131 w 2039"/>
              <a:gd name="T63" fmla="*/ 1596 h 2966"/>
              <a:gd name="T64" fmla="*/ 437 w 2039"/>
              <a:gd name="T65" fmla="*/ 588 h 2966"/>
              <a:gd name="T66" fmla="*/ 437 w 2039"/>
              <a:gd name="T67" fmla="*/ 588 h 2966"/>
              <a:gd name="T68" fmla="*/ 1476 w 2039"/>
              <a:gd name="T69" fmla="*/ 59 h 2966"/>
              <a:gd name="T70" fmla="*/ 1476 w 2039"/>
              <a:gd name="T71" fmla="*/ 59 h 2966"/>
              <a:gd name="T72" fmla="*/ 1500 w 2039"/>
              <a:gd name="T73" fmla="*/ 26 h 29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039" h="2966">
                <a:moveTo>
                  <a:pt x="1500" y="26"/>
                </a:moveTo>
                <a:lnTo>
                  <a:pt x="1500" y="26"/>
                </a:lnTo>
                <a:cubicBezTo>
                  <a:pt x="1498" y="11"/>
                  <a:pt x="1484" y="0"/>
                  <a:pt x="1469" y="3"/>
                </a:cubicBezTo>
                <a:lnTo>
                  <a:pt x="1469" y="3"/>
                </a:lnTo>
                <a:cubicBezTo>
                  <a:pt x="1035" y="61"/>
                  <a:pt x="646" y="258"/>
                  <a:pt x="383" y="553"/>
                </a:cubicBezTo>
                <a:lnTo>
                  <a:pt x="383" y="553"/>
                </a:lnTo>
                <a:cubicBezTo>
                  <a:pt x="115" y="855"/>
                  <a:pt x="0" y="1233"/>
                  <a:pt x="64" y="1605"/>
                </a:cubicBezTo>
                <a:lnTo>
                  <a:pt x="64" y="1605"/>
                </a:lnTo>
                <a:cubicBezTo>
                  <a:pt x="128" y="1976"/>
                  <a:pt x="367" y="2312"/>
                  <a:pt x="726" y="2537"/>
                </a:cubicBezTo>
                <a:lnTo>
                  <a:pt x="726" y="2537"/>
                </a:lnTo>
                <a:cubicBezTo>
                  <a:pt x="1076" y="2755"/>
                  <a:pt x="1514" y="2852"/>
                  <a:pt x="1946" y="2807"/>
                </a:cubicBezTo>
                <a:lnTo>
                  <a:pt x="1834" y="2919"/>
                </a:lnTo>
                <a:lnTo>
                  <a:pt x="1834" y="2919"/>
                </a:lnTo>
                <a:cubicBezTo>
                  <a:pt x="1825" y="2929"/>
                  <a:pt x="1825" y="2946"/>
                  <a:pt x="1834" y="2955"/>
                </a:cubicBezTo>
                <a:lnTo>
                  <a:pt x="1834" y="2955"/>
                </a:lnTo>
                <a:cubicBezTo>
                  <a:pt x="1845" y="2965"/>
                  <a:pt x="1860" y="2965"/>
                  <a:pt x="1870" y="2955"/>
                </a:cubicBezTo>
                <a:lnTo>
                  <a:pt x="2028" y="2797"/>
                </a:lnTo>
                <a:lnTo>
                  <a:pt x="2028" y="2797"/>
                </a:lnTo>
                <a:cubicBezTo>
                  <a:pt x="2038" y="2788"/>
                  <a:pt x="2038" y="2771"/>
                  <a:pt x="2028" y="2761"/>
                </a:cubicBezTo>
                <a:lnTo>
                  <a:pt x="1870" y="2604"/>
                </a:lnTo>
                <a:lnTo>
                  <a:pt x="1870" y="2604"/>
                </a:lnTo>
                <a:cubicBezTo>
                  <a:pt x="1860" y="2594"/>
                  <a:pt x="1845" y="2594"/>
                  <a:pt x="1834" y="2604"/>
                </a:cubicBezTo>
                <a:lnTo>
                  <a:pt x="1834" y="2604"/>
                </a:lnTo>
                <a:cubicBezTo>
                  <a:pt x="1825" y="2614"/>
                  <a:pt x="1825" y="2630"/>
                  <a:pt x="1834" y="2640"/>
                </a:cubicBezTo>
                <a:lnTo>
                  <a:pt x="1945" y="2750"/>
                </a:lnTo>
                <a:lnTo>
                  <a:pt x="1945" y="2750"/>
                </a:lnTo>
                <a:lnTo>
                  <a:pt x="1944" y="2750"/>
                </a:lnTo>
                <a:lnTo>
                  <a:pt x="1944" y="2750"/>
                </a:lnTo>
                <a:cubicBezTo>
                  <a:pt x="1527" y="2795"/>
                  <a:pt x="1104" y="2702"/>
                  <a:pt x="766" y="2491"/>
                </a:cubicBezTo>
                <a:lnTo>
                  <a:pt x="766" y="2491"/>
                </a:lnTo>
                <a:cubicBezTo>
                  <a:pt x="421" y="2275"/>
                  <a:pt x="193" y="1953"/>
                  <a:pt x="131" y="1596"/>
                </a:cubicBezTo>
                <a:lnTo>
                  <a:pt x="131" y="1596"/>
                </a:lnTo>
                <a:cubicBezTo>
                  <a:pt x="69" y="1239"/>
                  <a:pt x="179" y="876"/>
                  <a:pt x="437" y="588"/>
                </a:cubicBezTo>
                <a:lnTo>
                  <a:pt x="437" y="588"/>
                </a:lnTo>
                <a:cubicBezTo>
                  <a:pt x="689" y="305"/>
                  <a:pt x="1061" y="116"/>
                  <a:pt x="1476" y="59"/>
                </a:cubicBezTo>
                <a:lnTo>
                  <a:pt x="1476" y="59"/>
                </a:lnTo>
                <a:cubicBezTo>
                  <a:pt x="1492" y="56"/>
                  <a:pt x="1503" y="42"/>
                  <a:pt x="1500" y="26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265">
              <a:latin typeface="Lato Light" panose="020F05020202040302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C88824-CE8E-184E-B7AE-0BDCA29BAE61}"/>
              </a:ext>
            </a:extLst>
          </p:cNvPr>
          <p:cNvSpPr txBox="1"/>
          <p:nvPr/>
        </p:nvSpPr>
        <p:spPr>
          <a:xfrm>
            <a:off x="1370291" y="2151170"/>
            <a:ext cx="3246729" cy="369332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lvl="0"/>
            <a:r>
              <a:rPr lang="en-US" sz="1800" b="1">
                <a:solidFill>
                  <a:schemeClr val="bg1"/>
                </a:solidFill>
                <a:latin typeface="Figtree" pitchFamily="2" charset="0"/>
              </a:rPr>
              <a:t>Race 2 Reach </a:t>
            </a:r>
            <a:endParaRPr lang="en-US" sz="1800" b="1" spc="-15">
              <a:solidFill>
                <a:schemeClr val="bg1"/>
              </a:solidFill>
              <a:latin typeface="Figtree" pitchFamily="2" charset="0"/>
            </a:endParaRPr>
          </a:p>
        </p:txBody>
      </p:sp>
      <p:grpSp>
        <p:nvGrpSpPr>
          <p:cNvPr id="46" name="Google Shape;596;p44">
            <a:extLst>
              <a:ext uri="{FF2B5EF4-FFF2-40B4-BE49-F238E27FC236}">
                <a16:creationId xmlns:a16="http://schemas.microsoft.com/office/drawing/2014/main" id="{134296E2-1734-679B-C97E-DF36DBE39526}"/>
              </a:ext>
            </a:extLst>
          </p:cNvPr>
          <p:cNvGrpSpPr/>
          <p:nvPr/>
        </p:nvGrpSpPr>
        <p:grpSpPr>
          <a:xfrm>
            <a:off x="382001" y="6348167"/>
            <a:ext cx="278060" cy="316428"/>
            <a:chOff x="629904" y="10452384"/>
            <a:chExt cx="458510" cy="521777"/>
          </a:xfrm>
        </p:grpSpPr>
        <p:sp>
          <p:nvSpPr>
            <p:cNvPr id="47" name="Google Shape;597;p44">
              <a:extLst>
                <a:ext uri="{FF2B5EF4-FFF2-40B4-BE49-F238E27FC236}">
                  <a16:creationId xmlns:a16="http://schemas.microsoft.com/office/drawing/2014/main" id="{E839FB18-28A2-586F-EAB1-685D1E3C4B38}"/>
                </a:ext>
              </a:extLst>
            </p:cNvPr>
            <p:cNvSpPr/>
            <p:nvPr/>
          </p:nvSpPr>
          <p:spPr>
            <a:xfrm>
              <a:off x="876960" y="10452384"/>
              <a:ext cx="211454" cy="412115"/>
            </a:xfrm>
            <a:custGeom>
              <a:avLst/>
              <a:gdLst/>
              <a:ahLst/>
              <a:cxnLst/>
              <a:rect l="l" t="t" r="r" b="b"/>
              <a:pathLst>
                <a:path w="211455" h="412115" extrusionOk="0">
                  <a:moveTo>
                    <a:pt x="179305" y="0"/>
                  </a:moveTo>
                  <a:lnTo>
                    <a:pt x="0" y="0"/>
                  </a:lnTo>
                  <a:lnTo>
                    <a:pt x="0" y="63896"/>
                  </a:lnTo>
                  <a:lnTo>
                    <a:pt x="102027" y="63896"/>
                  </a:lnTo>
                  <a:lnTo>
                    <a:pt x="0" y="165734"/>
                  </a:lnTo>
                  <a:lnTo>
                    <a:pt x="0" y="411773"/>
                  </a:lnTo>
                  <a:lnTo>
                    <a:pt x="19203" y="399886"/>
                  </a:lnTo>
                  <a:lnTo>
                    <a:pt x="36260" y="387846"/>
                  </a:lnTo>
                  <a:lnTo>
                    <a:pt x="51292" y="375764"/>
                  </a:lnTo>
                  <a:lnTo>
                    <a:pt x="64420" y="363747"/>
                  </a:lnTo>
                  <a:lnTo>
                    <a:pt x="64420" y="191709"/>
                  </a:lnTo>
                  <a:lnTo>
                    <a:pt x="147222" y="109065"/>
                  </a:lnTo>
                  <a:lnTo>
                    <a:pt x="147222" y="210306"/>
                  </a:lnTo>
                  <a:lnTo>
                    <a:pt x="211119" y="210306"/>
                  </a:lnTo>
                  <a:lnTo>
                    <a:pt x="211119" y="31814"/>
                  </a:lnTo>
                  <a:lnTo>
                    <a:pt x="208618" y="19428"/>
                  </a:lnTo>
                  <a:lnTo>
                    <a:pt x="201800" y="9316"/>
                  </a:lnTo>
                  <a:lnTo>
                    <a:pt x="191687" y="2499"/>
                  </a:lnTo>
                  <a:lnTo>
                    <a:pt x="179305" y="0"/>
                  </a:lnTo>
                  <a:close/>
                </a:path>
              </a:pathLst>
            </a:custGeom>
            <a:solidFill>
              <a:srgbClr val="00B3B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598;p44">
              <a:extLst>
                <a:ext uri="{FF2B5EF4-FFF2-40B4-BE49-F238E27FC236}">
                  <a16:creationId xmlns:a16="http://schemas.microsoft.com/office/drawing/2014/main" id="{CE284454-0BB3-598D-46BF-CD02B0B7B3B6}"/>
                </a:ext>
              </a:extLst>
            </p:cNvPr>
            <p:cNvSpPr/>
            <p:nvPr/>
          </p:nvSpPr>
          <p:spPr>
            <a:xfrm>
              <a:off x="629904" y="10694126"/>
              <a:ext cx="458470" cy="280035"/>
            </a:xfrm>
            <a:custGeom>
              <a:avLst/>
              <a:gdLst/>
              <a:ahLst/>
              <a:cxnLst/>
              <a:rect l="l" t="t" r="r" b="b"/>
              <a:pathLst>
                <a:path w="458470" h="280034" extrusionOk="0">
                  <a:moveTo>
                    <a:pt x="458174" y="0"/>
                  </a:moveTo>
                  <a:lnTo>
                    <a:pt x="394185" y="0"/>
                  </a:lnTo>
                  <a:lnTo>
                    <a:pt x="394185" y="25195"/>
                  </a:lnTo>
                  <a:lnTo>
                    <a:pt x="392362" y="36907"/>
                  </a:lnTo>
                  <a:lnTo>
                    <a:pt x="368859" y="93248"/>
                  </a:lnTo>
                  <a:lnTo>
                    <a:pt x="339863" y="131168"/>
                  </a:lnTo>
                  <a:lnTo>
                    <a:pt x="294492" y="171113"/>
                  </a:lnTo>
                  <a:lnTo>
                    <a:pt x="229087" y="209730"/>
                  </a:lnTo>
                  <a:lnTo>
                    <a:pt x="163274" y="170818"/>
                  </a:lnTo>
                  <a:lnTo>
                    <a:pt x="117768" y="130593"/>
                  </a:lnTo>
                  <a:lnTo>
                    <a:pt x="88827" y="92494"/>
                  </a:lnTo>
                  <a:lnTo>
                    <a:pt x="65678" y="36425"/>
                  </a:lnTo>
                  <a:lnTo>
                    <a:pt x="63988" y="25333"/>
                  </a:lnTo>
                  <a:lnTo>
                    <a:pt x="63988" y="0"/>
                  </a:lnTo>
                  <a:lnTo>
                    <a:pt x="0" y="0"/>
                  </a:lnTo>
                  <a:lnTo>
                    <a:pt x="0" y="27266"/>
                  </a:lnTo>
                  <a:lnTo>
                    <a:pt x="804" y="35854"/>
                  </a:lnTo>
                  <a:lnTo>
                    <a:pt x="13538" y="83613"/>
                  </a:lnTo>
                  <a:lnTo>
                    <a:pt x="30000" y="118189"/>
                  </a:lnTo>
                  <a:lnTo>
                    <a:pt x="56215" y="156833"/>
                  </a:lnTo>
                  <a:lnTo>
                    <a:pt x="94449" y="197247"/>
                  </a:lnTo>
                  <a:lnTo>
                    <a:pt x="146968" y="237134"/>
                  </a:lnTo>
                  <a:lnTo>
                    <a:pt x="216040" y="274196"/>
                  </a:lnTo>
                  <a:lnTo>
                    <a:pt x="229087" y="280022"/>
                  </a:lnTo>
                  <a:lnTo>
                    <a:pt x="242133" y="274196"/>
                  </a:lnTo>
                  <a:lnTo>
                    <a:pt x="311205" y="237134"/>
                  </a:lnTo>
                  <a:lnTo>
                    <a:pt x="363724" y="197247"/>
                  </a:lnTo>
                  <a:lnTo>
                    <a:pt x="401958" y="156833"/>
                  </a:lnTo>
                  <a:lnTo>
                    <a:pt x="428173" y="118189"/>
                  </a:lnTo>
                  <a:lnTo>
                    <a:pt x="444636" y="83613"/>
                  </a:lnTo>
                  <a:lnTo>
                    <a:pt x="457369" y="35854"/>
                  </a:lnTo>
                  <a:lnTo>
                    <a:pt x="458174" y="27266"/>
                  </a:lnTo>
                  <a:lnTo>
                    <a:pt x="458174" y="0"/>
                  </a:lnTo>
                  <a:close/>
                </a:path>
              </a:pathLst>
            </a:custGeom>
            <a:solidFill>
              <a:srgbClr val="08155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599;p44">
              <a:extLst>
                <a:ext uri="{FF2B5EF4-FFF2-40B4-BE49-F238E27FC236}">
                  <a16:creationId xmlns:a16="http://schemas.microsoft.com/office/drawing/2014/main" id="{287BA809-1E6A-162C-6165-8F08DACE8B59}"/>
                </a:ext>
              </a:extLst>
            </p:cNvPr>
            <p:cNvSpPr/>
            <p:nvPr/>
          </p:nvSpPr>
          <p:spPr>
            <a:xfrm>
              <a:off x="629904" y="10452384"/>
              <a:ext cx="211454" cy="412115"/>
            </a:xfrm>
            <a:custGeom>
              <a:avLst/>
              <a:gdLst/>
              <a:ahLst/>
              <a:cxnLst/>
              <a:rect l="l" t="t" r="r" b="b"/>
              <a:pathLst>
                <a:path w="211455" h="412115" extrusionOk="0">
                  <a:moveTo>
                    <a:pt x="211348" y="0"/>
                  </a:moveTo>
                  <a:lnTo>
                    <a:pt x="31814" y="0"/>
                  </a:lnTo>
                  <a:lnTo>
                    <a:pt x="19431" y="2499"/>
                  </a:lnTo>
                  <a:lnTo>
                    <a:pt x="9318" y="9316"/>
                  </a:lnTo>
                  <a:lnTo>
                    <a:pt x="2500" y="19428"/>
                  </a:lnTo>
                  <a:lnTo>
                    <a:pt x="0" y="31814"/>
                  </a:lnTo>
                  <a:lnTo>
                    <a:pt x="0" y="210306"/>
                  </a:lnTo>
                  <a:lnTo>
                    <a:pt x="63896" y="210306"/>
                  </a:lnTo>
                  <a:lnTo>
                    <a:pt x="63896" y="109065"/>
                  </a:lnTo>
                  <a:lnTo>
                    <a:pt x="146921" y="191932"/>
                  </a:lnTo>
                  <a:lnTo>
                    <a:pt x="146921" y="364121"/>
                  </a:lnTo>
                  <a:lnTo>
                    <a:pt x="192154" y="400076"/>
                  </a:lnTo>
                  <a:lnTo>
                    <a:pt x="211348" y="411911"/>
                  </a:lnTo>
                  <a:lnTo>
                    <a:pt x="211348" y="165957"/>
                  </a:lnTo>
                  <a:lnTo>
                    <a:pt x="109091" y="63896"/>
                  </a:lnTo>
                  <a:lnTo>
                    <a:pt x="211348" y="63896"/>
                  </a:lnTo>
                  <a:lnTo>
                    <a:pt x="211348" y="0"/>
                  </a:lnTo>
                  <a:close/>
                </a:path>
              </a:pathLst>
            </a:custGeom>
            <a:solidFill>
              <a:srgbClr val="007A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0" name="Google Shape;600;p44">
            <a:extLst>
              <a:ext uri="{FF2B5EF4-FFF2-40B4-BE49-F238E27FC236}">
                <a16:creationId xmlns:a16="http://schemas.microsoft.com/office/drawing/2014/main" id="{91E921C0-604F-20EE-80C6-C4FD455025B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47505" y="6385223"/>
            <a:ext cx="662421" cy="24231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Freeform 50">
            <a:extLst>
              <a:ext uri="{FF2B5EF4-FFF2-40B4-BE49-F238E27FC236}">
                <a16:creationId xmlns:a16="http://schemas.microsoft.com/office/drawing/2014/main" id="{21AB958A-72F9-C7B4-80DE-047FCCF1E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2684" y="1929076"/>
            <a:ext cx="3246729" cy="865246"/>
          </a:xfrm>
          <a:custGeom>
            <a:avLst/>
            <a:gdLst>
              <a:gd name="T0" fmla="*/ 688 w 5213"/>
              <a:gd name="T1" fmla="*/ 645 h 1387"/>
              <a:gd name="T2" fmla="*/ 39 w 5213"/>
              <a:gd name="T3" fmla="*/ 90 h 1387"/>
              <a:gd name="T4" fmla="*/ 39 w 5213"/>
              <a:gd name="T5" fmla="*/ 90 h 1387"/>
              <a:gd name="T6" fmla="*/ 72 w 5213"/>
              <a:gd name="T7" fmla="*/ 0 h 1387"/>
              <a:gd name="T8" fmla="*/ 4402 w 5213"/>
              <a:gd name="T9" fmla="*/ 0 h 1387"/>
              <a:gd name="T10" fmla="*/ 4402 w 5213"/>
              <a:gd name="T11" fmla="*/ 0 h 1387"/>
              <a:gd name="T12" fmla="*/ 4435 w 5213"/>
              <a:gd name="T13" fmla="*/ 12 h 1387"/>
              <a:gd name="T14" fmla="*/ 5188 w 5213"/>
              <a:gd name="T15" fmla="*/ 645 h 1387"/>
              <a:gd name="T16" fmla="*/ 5188 w 5213"/>
              <a:gd name="T17" fmla="*/ 645 h 1387"/>
              <a:gd name="T18" fmla="*/ 5188 w 5213"/>
              <a:gd name="T19" fmla="*/ 723 h 1387"/>
              <a:gd name="T20" fmla="*/ 4435 w 5213"/>
              <a:gd name="T21" fmla="*/ 1374 h 1387"/>
              <a:gd name="T22" fmla="*/ 4435 w 5213"/>
              <a:gd name="T23" fmla="*/ 1374 h 1387"/>
              <a:gd name="T24" fmla="*/ 4402 w 5213"/>
              <a:gd name="T25" fmla="*/ 1386 h 1387"/>
              <a:gd name="T26" fmla="*/ 69 w 5213"/>
              <a:gd name="T27" fmla="*/ 1386 h 1387"/>
              <a:gd name="T28" fmla="*/ 69 w 5213"/>
              <a:gd name="T29" fmla="*/ 1386 h 1387"/>
              <a:gd name="T30" fmla="*/ 36 w 5213"/>
              <a:gd name="T31" fmla="*/ 1297 h 1387"/>
              <a:gd name="T32" fmla="*/ 689 w 5213"/>
              <a:gd name="T33" fmla="*/ 723 h 1387"/>
              <a:gd name="T34" fmla="*/ 689 w 5213"/>
              <a:gd name="T35" fmla="*/ 723 h 1387"/>
              <a:gd name="T36" fmla="*/ 688 w 5213"/>
              <a:gd name="T37" fmla="*/ 645 h 13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5213" h="1387">
                <a:moveTo>
                  <a:pt x="688" y="645"/>
                </a:moveTo>
                <a:lnTo>
                  <a:pt x="39" y="90"/>
                </a:lnTo>
                <a:lnTo>
                  <a:pt x="39" y="90"/>
                </a:lnTo>
                <a:cubicBezTo>
                  <a:pt x="3" y="59"/>
                  <a:pt x="25" y="0"/>
                  <a:pt x="72" y="0"/>
                </a:cubicBezTo>
                <a:lnTo>
                  <a:pt x="4402" y="0"/>
                </a:lnTo>
                <a:lnTo>
                  <a:pt x="4402" y="0"/>
                </a:lnTo>
                <a:cubicBezTo>
                  <a:pt x="4414" y="0"/>
                  <a:pt x="4426" y="4"/>
                  <a:pt x="4435" y="12"/>
                </a:cubicBezTo>
                <a:lnTo>
                  <a:pt x="5188" y="645"/>
                </a:lnTo>
                <a:lnTo>
                  <a:pt x="5188" y="645"/>
                </a:lnTo>
                <a:cubicBezTo>
                  <a:pt x="5212" y="665"/>
                  <a:pt x="5212" y="702"/>
                  <a:pt x="5188" y="723"/>
                </a:cubicBezTo>
                <a:lnTo>
                  <a:pt x="4435" y="1374"/>
                </a:lnTo>
                <a:lnTo>
                  <a:pt x="4435" y="1374"/>
                </a:lnTo>
                <a:cubicBezTo>
                  <a:pt x="4426" y="1382"/>
                  <a:pt x="4414" y="1386"/>
                  <a:pt x="4402" y="1386"/>
                </a:cubicBezTo>
                <a:lnTo>
                  <a:pt x="69" y="1386"/>
                </a:lnTo>
                <a:lnTo>
                  <a:pt x="69" y="1386"/>
                </a:lnTo>
                <a:cubicBezTo>
                  <a:pt x="22" y="1386"/>
                  <a:pt x="0" y="1328"/>
                  <a:pt x="36" y="1297"/>
                </a:cubicBezTo>
                <a:lnTo>
                  <a:pt x="689" y="723"/>
                </a:lnTo>
                <a:lnTo>
                  <a:pt x="689" y="723"/>
                </a:lnTo>
                <a:cubicBezTo>
                  <a:pt x="712" y="702"/>
                  <a:pt x="712" y="666"/>
                  <a:pt x="688" y="645"/>
                </a:cubicBezTo>
              </a:path>
            </a:pathLst>
          </a:custGeom>
          <a:solidFill>
            <a:srgbClr val="007AC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265">
              <a:latin typeface="Lato Light" panose="020F0502020204030203" pitchFamily="34" charset="0"/>
            </a:endParaRPr>
          </a:p>
        </p:txBody>
      </p:sp>
      <p:sp>
        <p:nvSpPr>
          <p:cNvPr id="42" name="Google Shape;214;p32">
            <a:extLst>
              <a:ext uri="{FF2B5EF4-FFF2-40B4-BE49-F238E27FC236}">
                <a16:creationId xmlns:a16="http://schemas.microsoft.com/office/drawing/2014/main" id="{FB077620-2760-3BE4-99BD-40A7A4578EE0}"/>
              </a:ext>
            </a:extLst>
          </p:cNvPr>
          <p:cNvSpPr txBox="1">
            <a:spLocks/>
          </p:cNvSpPr>
          <p:nvPr/>
        </p:nvSpPr>
        <p:spPr>
          <a:xfrm>
            <a:off x="160283" y="209424"/>
            <a:ext cx="10515600" cy="957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25" tIns="27700" rIns="55425" bIns="27700" anchor="ctr" anchorCtr="0">
            <a:normAutofit fontScale="8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400" b="1">
                <a:solidFill>
                  <a:srgbClr val="07155C"/>
                </a:solidFill>
                <a:latin typeface="Figtree" pitchFamily="2" charset="0"/>
              </a:rPr>
              <a:t>Grants &amp; Awards</a:t>
            </a:r>
            <a:br>
              <a:rPr lang="en-US" sz="4000" b="1">
                <a:solidFill>
                  <a:srgbClr val="07155C"/>
                </a:solidFill>
                <a:latin typeface="Figtree" pitchFamily="2" charset="0"/>
              </a:rPr>
            </a:br>
            <a:r>
              <a:rPr lang="en-US" sz="4000" b="1">
                <a:solidFill>
                  <a:srgbClr val="07155C"/>
                </a:solidFill>
                <a:latin typeface="Figtree" pitchFamily="2" charset="0"/>
                <a:sym typeface="Figtree"/>
              </a:rPr>
              <a:t>	</a:t>
            </a:r>
            <a:endParaRPr lang="en-US">
              <a:solidFill>
                <a:srgbClr val="07155C"/>
              </a:solidFill>
              <a:latin typeface="Figtree" pitchFamily="2" charset="0"/>
            </a:endParaRPr>
          </a:p>
        </p:txBody>
      </p:sp>
      <p:pic>
        <p:nvPicPr>
          <p:cNvPr id="2" name="Google Shape;528;p43">
            <a:extLst>
              <a:ext uri="{FF2B5EF4-FFF2-40B4-BE49-F238E27FC236}">
                <a16:creationId xmlns:a16="http://schemas.microsoft.com/office/drawing/2014/main" id="{126807A2-00E2-B35D-55AB-3B76AB84365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0576" y="3037836"/>
            <a:ext cx="2213933" cy="795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538;p43">
            <a:extLst>
              <a:ext uri="{FF2B5EF4-FFF2-40B4-BE49-F238E27FC236}">
                <a16:creationId xmlns:a16="http://schemas.microsoft.com/office/drawing/2014/main" id="{8576C2BB-CFE3-D3BA-FB9F-1FED0A49376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25984" y="3131110"/>
            <a:ext cx="1940031" cy="65655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491ADD6-870D-FD94-8ECF-34F2D9187BE5}"/>
              </a:ext>
            </a:extLst>
          </p:cNvPr>
          <p:cNvSpPr txBox="1"/>
          <p:nvPr/>
        </p:nvSpPr>
        <p:spPr>
          <a:xfrm>
            <a:off x="5273677" y="2177033"/>
            <a:ext cx="3246729" cy="369332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lvl="0"/>
            <a:r>
              <a:rPr lang="en-US" sz="1800" b="1">
                <a:solidFill>
                  <a:schemeClr val="bg1"/>
                </a:solidFill>
                <a:latin typeface="Figtree" pitchFamily="2" charset="0"/>
              </a:rPr>
              <a:t>Visa Everywhere </a:t>
            </a:r>
            <a:endParaRPr lang="en-US" sz="1800" b="1" spc="-15">
              <a:solidFill>
                <a:schemeClr val="bg1"/>
              </a:solidFill>
              <a:latin typeface="Figtree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D17683-2DCD-7555-85A8-37C422E21A67}"/>
              </a:ext>
            </a:extLst>
          </p:cNvPr>
          <p:cNvSpPr txBox="1"/>
          <p:nvPr/>
        </p:nvSpPr>
        <p:spPr>
          <a:xfrm>
            <a:off x="9198539" y="2177033"/>
            <a:ext cx="3246729" cy="369332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lvl="0"/>
            <a:r>
              <a:rPr lang="en-US" sz="1800" b="1">
                <a:solidFill>
                  <a:schemeClr val="bg1"/>
                </a:solidFill>
                <a:latin typeface="Figtree" pitchFamily="2" charset="0"/>
              </a:rPr>
              <a:t>Launch Pad Program</a:t>
            </a:r>
            <a:endParaRPr lang="en-US" sz="1800" b="1" spc="-15">
              <a:solidFill>
                <a:schemeClr val="bg1"/>
              </a:solidFill>
              <a:latin typeface="Figtree" pitchFamily="2" charset="0"/>
            </a:endParaRPr>
          </a:p>
        </p:txBody>
      </p:sp>
      <p:pic>
        <p:nvPicPr>
          <p:cNvPr id="6146" name="Picture 2" descr="‫Home - الصندوق الأردني للريادة‬‎">
            <a:extLst>
              <a:ext uri="{FF2B5EF4-FFF2-40B4-BE49-F238E27FC236}">
                <a16:creationId xmlns:a16="http://schemas.microsoft.com/office/drawing/2014/main" id="{0D3C42E3-7652-AC81-5A8A-EFB531542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1153" y="3037836"/>
            <a:ext cx="1620781" cy="896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5ADEA63-5CB5-DD93-9025-92F98E703AD9}"/>
              </a:ext>
            </a:extLst>
          </p:cNvPr>
          <p:cNvSpPr txBox="1"/>
          <p:nvPr/>
        </p:nvSpPr>
        <p:spPr>
          <a:xfrm>
            <a:off x="5253514" y="4124450"/>
            <a:ext cx="239169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07155C"/>
                </a:solidFill>
                <a:latin typeface="Figtree" pitchFamily="2" charset="0"/>
                <a:cs typeface="Poppins" pitchFamily="2" charset="77"/>
              </a:rPr>
              <a:t>Secured 2nd place in the Visa Everywhere Initiative, recognizing its fintech innovation and potential to revolutionize payment solutions in the MENA region, winning a prize of $15K USD</a:t>
            </a:r>
            <a:r>
              <a:rPr lang="en-US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110735-41CD-454A-3FB7-0E52FF2F5B5A}"/>
              </a:ext>
            </a:extLst>
          </p:cNvPr>
          <p:cNvSpPr txBox="1"/>
          <p:nvPr/>
        </p:nvSpPr>
        <p:spPr>
          <a:xfrm>
            <a:off x="1298642" y="4181692"/>
            <a:ext cx="221393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07155C"/>
                </a:solidFill>
                <a:latin typeface="Figtree" pitchFamily="2" charset="0"/>
                <a:cs typeface="Poppins" pitchFamily="2" charset="77"/>
              </a:rPr>
              <a:t> 30K USD Awarded by GIZ’s Race to Reach program, this grant supports MSMEs and promotes financial inclusion by fostering innovative solutions in digital financial services.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FF7DF6-C39D-2884-6972-7ADFCA907182}"/>
              </a:ext>
            </a:extLst>
          </p:cNvPr>
          <p:cNvSpPr txBox="1"/>
          <p:nvPr/>
        </p:nvSpPr>
        <p:spPr>
          <a:xfrm>
            <a:off x="8797490" y="4108976"/>
            <a:ext cx="2845682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07155C"/>
                </a:solidFill>
                <a:latin typeface="Figtree" pitchFamily="2" charset="0"/>
                <a:cs typeface="Poppins" pitchFamily="2" charset="77"/>
              </a:rPr>
              <a:t>In-kind services included: Comprehensive usability testing to improve user experience, completed two rounds of penetration testing to ensure platform security, and developed marketing initiatives to increase awareness and attract users.</a:t>
            </a:r>
          </a:p>
          <a:p>
            <a:endParaRPr lang="en-US"/>
          </a:p>
          <a:p>
            <a:br>
              <a:rPr lang="en-US" b="1">
                <a:solidFill>
                  <a:srgbClr val="07155C"/>
                </a:solidFill>
                <a:latin typeface="Figtree" pitchFamily="2" charset="0"/>
                <a:ea typeface="League Spartan" charset="0"/>
                <a:cs typeface="Poppins" pitchFamily="2" charset="77"/>
              </a:rPr>
            </a:br>
            <a:br>
              <a:rPr lang="en-US" b="1">
                <a:solidFill>
                  <a:srgbClr val="07155C"/>
                </a:solidFill>
                <a:latin typeface="Figtree" pitchFamily="2" charset="0"/>
                <a:ea typeface="League Spartan" charset="0"/>
                <a:cs typeface="Poppins" pitchFamily="2" charset="77"/>
              </a:rPr>
            </a:br>
            <a:r>
              <a:rPr lang="en-US" sz="1400" b="1">
                <a:solidFill>
                  <a:srgbClr val="07155C"/>
                </a:solidFill>
                <a:latin typeface="Figtree" pitchFamily="2" charset="0"/>
                <a:ea typeface="League Spartan" charset="0"/>
                <a:cs typeface="Poppins" pitchFamily="2" charset="77"/>
              </a:rPr>
              <a:t> </a:t>
            </a:r>
            <a:br>
              <a:rPr lang="en-US" sz="1400" b="1">
                <a:solidFill>
                  <a:srgbClr val="07155C"/>
                </a:solidFill>
                <a:latin typeface="Figtree" pitchFamily="2" charset="0"/>
                <a:ea typeface="League Spartan" charset="0"/>
                <a:cs typeface="Poppins" pitchFamily="2" charset="77"/>
              </a:rPr>
            </a:br>
            <a:endParaRPr lang="en-US" sz="1400" b="1">
              <a:solidFill>
                <a:srgbClr val="07155C"/>
              </a:solidFill>
              <a:latin typeface="Figtree" pitchFamily="2" charset="0"/>
              <a:ea typeface="League Spartan" charset="0"/>
              <a:cs typeface="Poppins" pitchFamily="2" charset="77"/>
            </a:endParaRPr>
          </a:p>
          <a:p>
            <a:endParaRPr lang="en-JO">
              <a:solidFill>
                <a:srgbClr val="0715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1711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  <p:bldP spid="30" grpId="0"/>
      <p:bldP spid="8" grpId="0" animBg="1"/>
      <p:bldP spid="4" grpId="0"/>
      <p:bldP spid="5" grpId="0"/>
      <p:bldP spid="9" grpId="0"/>
      <p:bldP spid="11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>
          <a:extLst>
            <a:ext uri="{FF2B5EF4-FFF2-40B4-BE49-F238E27FC236}">
              <a16:creationId xmlns:a16="http://schemas.microsoft.com/office/drawing/2014/main" id="{F995AE26-79A7-51D4-ACCE-B5A15DFE3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6">
            <a:extLst>
              <a:ext uri="{FF2B5EF4-FFF2-40B4-BE49-F238E27FC236}">
                <a16:creationId xmlns:a16="http://schemas.microsoft.com/office/drawing/2014/main" id="{16DC8EAC-6B5F-9C48-C5AE-E5F780E8AA12}"/>
              </a:ext>
            </a:extLst>
          </p:cNvPr>
          <p:cNvSpPr/>
          <p:nvPr/>
        </p:nvSpPr>
        <p:spPr>
          <a:xfrm>
            <a:off x="1474289" y="4562648"/>
            <a:ext cx="1043679" cy="1040932"/>
          </a:xfrm>
          <a:custGeom>
            <a:avLst/>
            <a:gdLst/>
            <a:ahLst/>
            <a:cxnLst/>
            <a:rect l="l" t="t" r="r" b="b"/>
            <a:pathLst>
              <a:path w="1674" h="1673" extrusionOk="0">
                <a:moveTo>
                  <a:pt x="74" y="494"/>
                </a:moveTo>
                <a:lnTo>
                  <a:pt x="74" y="494"/>
                </a:lnTo>
                <a:cubicBezTo>
                  <a:pt x="204" y="203"/>
                  <a:pt x="497" y="0"/>
                  <a:pt x="836" y="0"/>
                </a:cubicBezTo>
                <a:lnTo>
                  <a:pt x="836" y="0"/>
                </a:lnTo>
                <a:cubicBezTo>
                  <a:pt x="1298" y="0"/>
                  <a:pt x="1673" y="374"/>
                  <a:pt x="1673" y="836"/>
                </a:cubicBezTo>
                <a:lnTo>
                  <a:pt x="1673" y="836"/>
                </a:lnTo>
                <a:cubicBezTo>
                  <a:pt x="1673" y="1298"/>
                  <a:pt x="1298" y="1672"/>
                  <a:pt x="836" y="1672"/>
                </a:cubicBezTo>
                <a:lnTo>
                  <a:pt x="836" y="1672"/>
                </a:lnTo>
                <a:cubicBezTo>
                  <a:pt x="497" y="1672"/>
                  <a:pt x="204" y="1469"/>
                  <a:pt x="74" y="1178"/>
                </a:cubicBezTo>
                <a:lnTo>
                  <a:pt x="74" y="1178"/>
                </a:lnTo>
                <a:cubicBezTo>
                  <a:pt x="26" y="1073"/>
                  <a:pt x="0" y="958"/>
                  <a:pt x="0" y="836"/>
                </a:cubicBezTo>
                <a:lnTo>
                  <a:pt x="0" y="836"/>
                </a:lnTo>
                <a:cubicBezTo>
                  <a:pt x="0" y="714"/>
                  <a:pt x="26" y="599"/>
                  <a:pt x="74" y="494"/>
                </a:cubicBezTo>
              </a:path>
            </a:pathLst>
          </a:custGeom>
          <a:solidFill>
            <a:schemeClr val="lt1"/>
          </a:solidFill>
          <a:ln w="5715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9" name="Google Shape;619;p46">
            <a:extLst>
              <a:ext uri="{FF2B5EF4-FFF2-40B4-BE49-F238E27FC236}">
                <a16:creationId xmlns:a16="http://schemas.microsoft.com/office/drawing/2014/main" id="{E6A371A4-6761-47F2-AC34-2D85410EE595}"/>
              </a:ext>
            </a:extLst>
          </p:cNvPr>
          <p:cNvSpPr/>
          <p:nvPr/>
        </p:nvSpPr>
        <p:spPr>
          <a:xfrm>
            <a:off x="5195186" y="4489473"/>
            <a:ext cx="1040932" cy="1040934"/>
          </a:xfrm>
          <a:custGeom>
            <a:avLst/>
            <a:gdLst/>
            <a:ahLst/>
            <a:cxnLst/>
            <a:rect l="l" t="t" r="r" b="b"/>
            <a:pathLst>
              <a:path w="1673" h="1673" extrusionOk="0">
                <a:moveTo>
                  <a:pt x="73" y="494"/>
                </a:moveTo>
                <a:lnTo>
                  <a:pt x="73" y="494"/>
                </a:lnTo>
                <a:cubicBezTo>
                  <a:pt x="204" y="203"/>
                  <a:pt x="496" y="0"/>
                  <a:pt x="836" y="0"/>
                </a:cubicBezTo>
                <a:lnTo>
                  <a:pt x="836" y="0"/>
                </a:lnTo>
                <a:cubicBezTo>
                  <a:pt x="1298" y="0"/>
                  <a:pt x="1672" y="374"/>
                  <a:pt x="1672" y="836"/>
                </a:cubicBezTo>
                <a:lnTo>
                  <a:pt x="1672" y="836"/>
                </a:lnTo>
                <a:cubicBezTo>
                  <a:pt x="1672" y="1298"/>
                  <a:pt x="1298" y="1672"/>
                  <a:pt x="836" y="1672"/>
                </a:cubicBezTo>
                <a:lnTo>
                  <a:pt x="836" y="1672"/>
                </a:lnTo>
                <a:cubicBezTo>
                  <a:pt x="496" y="1672"/>
                  <a:pt x="204" y="1469"/>
                  <a:pt x="73" y="1178"/>
                </a:cubicBezTo>
                <a:lnTo>
                  <a:pt x="73" y="1178"/>
                </a:lnTo>
                <a:cubicBezTo>
                  <a:pt x="27" y="1073"/>
                  <a:pt x="0" y="958"/>
                  <a:pt x="0" y="836"/>
                </a:cubicBezTo>
                <a:lnTo>
                  <a:pt x="0" y="836"/>
                </a:lnTo>
                <a:cubicBezTo>
                  <a:pt x="0" y="714"/>
                  <a:pt x="27" y="599"/>
                  <a:pt x="73" y="494"/>
                </a:cubicBezTo>
              </a:path>
            </a:pathLst>
          </a:custGeom>
          <a:solidFill>
            <a:schemeClr val="lt1"/>
          </a:solidFill>
          <a:ln w="57150" cap="flat" cmpd="sng">
            <a:solidFill>
              <a:srgbClr val="007A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0" name="Google Shape;620;p46">
            <a:extLst>
              <a:ext uri="{FF2B5EF4-FFF2-40B4-BE49-F238E27FC236}">
                <a16:creationId xmlns:a16="http://schemas.microsoft.com/office/drawing/2014/main" id="{525ED55C-9D2E-BBF5-B9CD-1A2B6094215A}"/>
              </a:ext>
            </a:extLst>
          </p:cNvPr>
          <p:cNvSpPr/>
          <p:nvPr/>
        </p:nvSpPr>
        <p:spPr>
          <a:xfrm>
            <a:off x="8027834" y="3754146"/>
            <a:ext cx="1040932" cy="1040932"/>
          </a:xfrm>
          <a:custGeom>
            <a:avLst/>
            <a:gdLst/>
            <a:ahLst/>
            <a:cxnLst/>
            <a:rect l="l" t="t" r="r" b="b"/>
            <a:pathLst>
              <a:path w="1673" h="1673" extrusionOk="0">
                <a:moveTo>
                  <a:pt x="73" y="495"/>
                </a:moveTo>
                <a:lnTo>
                  <a:pt x="73" y="495"/>
                </a:lnTo>
                <a:cubicBezTo>
                  <a:pt x="204" y="204"/>
                  <a:pt x="496" y="0"/>
                  <a:pt x="836" y="0"/>
                </a:cubicBezTo>
                <a:lnTo>
                  <a:pt x="836" y="0"/>
                </a:lnTo>
                <a:cubicBezTo>
                  <a:pt x="1298" y="0"/>
                  <a:pt x="1672" y="375"/>
                  <a:pt x="1672" y="837"/>
                </a:cubicBezTo>
                <a:lnTo>
                  <a:pt x="1672" y="837"/>
                </a:lnTo>
                <a:cubicBezTo>
                  <a:pt x="1672" y="1298"/>
                  <a:pt x="1298" y="1672"/>
                  <a:pt x="836" y="1672"/>
                </a:cubicBezTo>
                <a:lnTo>
                  <a:pt x="836" y="1672"/>
                </a:lnTo>
                <a:cubicBezTo>
                  <a:pt x="496" y="1672"/>
                  <a:pt x="204" y="1470"/>
                  <a:pt x="73" y="1178"/>
                </a:cubicBezTo>
                <a:lnTo>
                  <a:pt x="73" y="1178"/>
                </a:lnTo>
                <a:cubicBezTo>
                  <a:pt x="26" y="1074"/>
                  <a:pt x="0" y="959"/>
                  <a:pt x="0" y="837"/>
                </a:cubicBezTo>
                <a:lnTo>
                  <a:pt x="0" y="837"/>
                </a:lnTo>
                <a:cubicBezTo>
                  <a:pt x="0" y="715"/>
                  <a:pt x="26" y="599"/>
                  <a:pt x="73" y="495"/>
                </a:cubicBezTo>
              </a:path>
            </a:pathLst>
          </a:custGeom>
          <a:solidFill>
            <a:schemeClr val="lt1"/>
          </a:solidFill>
          <a:ln w="57150" cap="flat" cmpd="sng">
            <a:solidFill>
              <a:srgbClr val="01B3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1" name="Google Shape;621;p46">
            <a:extLst>
              <a:ext uri="{FF2B5EF4-FFF2-40B4-BE49-F238E27FC236}">
                <a16:creationId xmlns:a16="http://schemas.microsoft.com/office/drawing/2014/main" id="{E5AB789C-0875-B62D-D60C-35D2C6A52DD4}"/>
              </a:ext>
            </a:extLst>
          </p:cNvPr>
          <p:cNvSpPr/>
          <p:nvPr/>
        </p:nvSpPr>
        <p:spPr>
          <a:xfrm rot="10800000" flipV="1">
            <a:off x="0" y="1936073"/>
            <a:ext cx="12188448" cy="4929386"/>
          </a:xfrm>
          <a:custGeom>
            <a:avLst/>
            <a:gdLst/>
            <a:ahLst/>
            <a:cxnLst/>
            <a:rect l="l" t="t" r="r" b="b"/>
            <a:pathLst>
              <a:path w="12782129" h="5169489" extrusionOk="0">
                <a:moveTo>
                  <a:pt x="1339163" y="1405589"/>
                </a:moveTo>
                <a:lnTo>
                  <a:pt x="1331310" y="1418021"/>
                </a:lnTo>
                <a:cubicBezTo>
                  <a:pt x="1331310" y="1418021"/>
                  <a:pt x="1341126" y="1445502"/>
                  <a:pt x="1339818" y="1493266"/>
                </a:cubicBezTo>
                <a:cubicBezTo>
                  <a:pt x="1336546" y="1523364"/>
                  <a:pt x="1314296" y="1590758"/>
                  <a:pt x="1312987" y="1631325"/>
                </a:cubicBezTo>
                <a:cubicBezTo>
                  <a:pt x="1310371" y="1643103"/>
                  <a:pt x="1307098" y="1653572"/>
                  <a:pt x="1303826" y="1662078"/>
                </a:cubicBezTo>
                <a:cubicBezTo>
                  <a:pt x="1308408" y="1662078"/>
                  <a:pt x="1311679" y="1662732"/>
                  <a:pt x="1311024" y="1666004"/>
                </a:cubicBezTo>
                <a:cubicBezTo>
                  <a:pt x="1308408" y="1675164"/>
                  <a:pt x="1302517" y="1709842"/>
                  <a:pt x="1276995" y="1719657"/>
                </a:cubicBezTo>
                <a:cubicBezTo>
                  <a:pt x="1252783" y="1728817"/>
                  <a:pt x="1208938" y="1701990"/>
                  <a:pt x="1208938" y="1701990"/>
                </a:cubicBezTo>
                <a:lnTo>
                  <a:pt x="1201085" y="1702645"/>
                </a:lnTo>
                <a:cubicBezTo>
                  <a:pt x="1302517" y="1787705"/>
                  <a:pt x="1413110" y="1874728"/>
                  <a:pt x="1532212" y="1963714"/>
                </a:cubicBezTo>
                <a:cubicBezTo>
                  <a:pt x="1545953" y="1960442"/>
                  <a:pt x="1559695" y="1951936"/>
                  <a:pt x="1562967" y="1935578"/>
                </a:cubicBezTo>
                <a:cubicBezTo>
                  <a:pt x="1569511" y="1897629"/>
                  <a:pt x="1595033" y="1874728"/>
                  <a:pt x="1595033" y="1874728"/>
                </a:cubicBezTo>
                <a:cubicBezTo>
                  <a:pt x="1595033" y="1874728"/>
                  <a:pt x="1535483" y="1671892"/>
                  <a:pt x="1531557" y="1637214"/>
                </a:cubicBezTo>
                <a:cubicBezTo>
                  <a:pt x="1530247" y="1625436"/>
                  <a:pt x="1531557" y="1612350"/>
                  <a:pt x="1533519" y="1599918"/>
                </a:cubicBezTo>
                <a:lnTo>
                  <a:pt x="1512579" y="1599918"/>
                </a:lnTo>
                <a:cubicBezTo>
                  <a:pt x="1500800" y="1599918"/>
                  <a:pt x="1493601" y="1588141"/>
                  <a:pt x="1497529" y="1577672"/>
                </a:cubicBezTo>
                <a:cubicBezTo>
                  <a:pt x="1509961" y="1546265"/>
                  <a:pt x="1525667" y="1488032"/>
                  <a:pt x="1487058" y="1450082"/>
                </a:cubicBezTo>
                <a:cubicBezTo>
                  <a:pt x="1411147" y="1416712"/>
                  <a:pt x="1405912" y="1462514"/>
                  <a:pt x="1374501" y="1476254"/>
                </a:cubicBezTo>
                <a:cubicBezTo>
                  <a:pt x="1362067" y="1481489"/>
                  <a:pt x="1354214" y="1467094"/>
                  <a:pt x="1348979" y="1448119"/>
                </a:cubicBezTo>
                <a:lnTo>
                  <a:pt x="1346362" y="1435687"/>
                </a:lnTo>
                <a:cubicBezTo>
                  <a:pt x="1346362" y="1434379"/>
                  <a:pt x="1345707" y="1433724"/>
                  <a:pt x="1345707" y="1433070"/>
                </a:cubicBezTo>
                <a:cubicBezTo>
                  <a:pt x="1345707" y="1433070"/>
                  <a:pt x="1345707" y="1432416"/>
                  <a:pt x="1345053" y="1432416"/>
                </a:cubicBezTo>
                <a:close/>
                <a:moveTo>
                  <a:pt x="1395267" y="956262"/>
                </a:moveTo>
                <a:cubicBezTo>
                  <a:pt x="1284972" y="1120678"/>
                  <a:pt x="1097664" y="1229636"/>
                  <a:pt x="884904" y="1229636"/>
                </a:cubicBezTo>
                <a:cubicBezTo>
                  <a:pt x="808546" y="1229636"/>
                  <a:pt x="735450" y="1215282"/>
                  <a:pt x="668229" y="1189837"/>
                </a:cubicBezTo>
                <a:cubicBezTo>
                  <a:pt x="797451" y="1332722"/>
                  <a:pt x="950168" y="1484742"/>
                  <a:pt x="1132906" y="1642633"/>
                </a:cubicBezTo>
                <a:cubicBezTo>
                  <a:pt x="1132906" y="1641328"/>
                  <a:pt x="1132253" y="1640676"/>
                  <a:pt x="1132253" y="1640676"/>
                </a:cubicBezTo>
                <a:cubicBezTo>
                  <a:pt x="1166843" y="1640676"/>
                  <a:pt x="1231455" y="1664164"/>
                  <a:pt x="1251686" y="1640676"/>
                </a:cubicBezTo>
                <a:cubicBezTo>
                  <a:pt x="1271919" y="1616535"/>
                  <a:pt x="1254950" y="1411668"/>
                  <a:pt x="1251686" y="1384918"/>
                </a:cubicBezTo>
                <a:cubicBezTo>
                  <a:pt x="1248423" y="1357515"/>
                  <a:pt x="1343708" y="1354905"/>
                  <a:pt x="1343708" y="1354905"/>
                </a:cubicBezTo>
                <a:cubicBezTo>
                  <a:pt x="1343708" y="1346423"/>
                  <a:pt x="1350887" y="1339899"/>
                  <a:pt x="1359371" y="1339899"/>
                </a:cubicBezTo>
                <a:lnTo>
                  <a:pt x="1481415" y="1339899"/>
                </a:lnTo>
                <a:cubicBezTo>
                  <a:pt x="1530362" y="1339899"/>
                  <a:pt x="1531668" y="1264868"/>
                  <a:pt x="1531668" y="1258344"/>
                </a:cubicBezTo>
                <a:lnTo>
                  <a:pt x="1531668" y="1178745"/>
                </a:lnTo>
                <a:cubicBezTo>
                  <a:pt x="1470320" y="1103714"/>
                  <a:pt x="1399182" y="971921"/>
                  <a:pt x="1399182" y="971921"/>
                </a:cubicBezTo>
                <a:close/>
                <a:moveTo>
                  <a:pt x="1436880" y="884253"/>
                </a:moveTo>
                <a:cubicBezTo>
                  <a:pt x="1430949" y="896747"/>
                  <a:pt x="1424359" y="909242"/>
                  <a:pt x="1417109" y="921079"/>
                </a:cubicBezTo>
                <a:lnTo>
                  <a:pt x="1453356" y="975002"/>
                </a:lnTo>
                <a:lnTo>
                  <a:pt x="1494216" y="1027610"/>
                </a:lnTo>
                <a:cubicBezTo>
                  <a:pt x="1469173" y="972372"/>
                  <a:pt x="1447424" y="913845"/>
                  <a:pt x="1436880" y="884253"/>
                </a:cubicBezTo>
                <a:close/>
                <a:moveTo>
                  <a:pt x="884409" y="0"/>
                </a:moveTo>
                <a:cubicBezTo>
                  <a:pt x="1223412" y="0"/>
                  <a:pt x="1497748" y="274348"/>
                  <a:pt x="1497748" y="613363"/>
                </a:cubicBezTo>
                <a:cubicBezTo>
                  <a:pt x="1497748" y="689135"/>
                  <a:pt x="1484031" y="760988"/>
                  <a:pt x="1459863" y="827615"/>
                </a:cubicBezTo>
                <a:lnTo>
                  <a:pt x="1480765" y="875952"/>
                </a:lnTo>
                <a:lnTo>
                  <a:pt x="1542817" y="992876"/>
                </a:lnTo>
                <a:cubicBezTo>
                  <a:pt x="1559147" y="953684"/>
                  <a:pt x="1597031" y="932128"/>
                  <a:pt x="1627732" y="943886"/>
                </a:cubicBezTo>
                <a:cubicBezTo>
                  <a:pt x="1659084" y="956950"/>
                  <a:pt x="1671495" y="999408"/>
                  <a:pt x="1655165" y="1039254"/>
                </a:cubicBezTo>
                <a:cubicBezTo>
                  <a:pt x="1651899" y="1047746"/>
                  <a:pt x="1647980" y="1054931"/>
                  <a:pt x="1642755" y="1062116"/>
                </a:cubicBezTo>
                <a:cubicBezTo>
                  <a:pt x="1657777" y="1079753"/>
                  <a:pt x="1691090" y="1122865"/>
                  <a:pt x="1682598" y="1157485"/>
                </a:cubicBezTo>
                <a:cubicBezTo>
                  <a:pt x="1676067" y="1187532"/>
                  <a:pt x="1659084" y="1241095"/>
                  <a:pt x="1649939" y="1284207"/>
                </a:cubicBezTo>
                <a:lnTo>
                  <a:pt x="1649939" y="1345609"/>
                </a:lnTo>
                <a:cubicBezTo>
                  <a:pt x="1651246" y="1347568"/>
                  <a:pt x="1651899" y="1350181"/>
                  <a:pt x="1651899" y="1352794"/>
                </a:cubicBezTo>
                <a:lnTo>
                  <a:pt x="1651899" y="1582070"/>
                </a:lnTo>
                <a:cubicBezTo>
                  <a:pt x="1651899" y="1590562"/>
                  <a:pt x="1645367" y="1597747"/>
                  <a:pt x="1636876" y="1597747"/>
                </a:cubicBezTo>
                <a:lnTo>
                  <a:pt x="1601604" y="1597747"/>
                </a:lnTo>
                <a:cubicBezTo>
                  <a:pt x="1611401" y="1663721"/>
                  <a:pt x="1627732" y="1780645"/>
                  <a:pt x="1627732" y="1809386"/>
                </a:cubicBezTo>
                <a:cubicBezTo>
                  <a:pt x="1627732" y="1850538"/>
                  <a:pt x="1668882" y="1918472"/>
                  <a:pt x="1668882" y="1918472"/>
                </a:cubicBezTo>
                <a:cubicBezTo>
                  <a:pt x="1668882" y="1918472"/>
                  <a:pt x="1621199" y="1966810"/>
                  <a:pt x="1580049" y="1995551"/>
                </a:cubicBezTo>
                <a:cubicBezTo>
                  <a:pt x="2026826" y="2322155"/>
                  <a:pt x="2599013" y="2665089"/>
                  <a:pt x="3331231" y="3003451"/>
                </a:cubicBezTo>
                <a:cubicBezTo>
                  <a:pt x="4907360" y="3732431"/>
                  <a:pt x="7019100" y="3966280"/>
                  <a:pt x="8717374" y="4019189"/>
                </a:cubicBezTo>
                <a:cubicBezTo>
                  <a:pt x="8718680" y="4019189"/>
                  <a:pt x="8719334" y="4019189"/>
                  <a:pt x="8720640" y="4019189"/>
                </a:cubicBezTo>
                <a:cubicBezTo>
                  <a:pt x="9226203" y="4036173"/>
                  <a:pt x="9669061" y="4043358"/>
                  <a:pt x="10057051" y="4043358"/>
                </a:cubicBezTo>
                <a:cubicBezTo>
                  <a:pt x="12594012" y="4041398"/>
                  <a:pt x="12782129" y="3723286"/>
                  <a:pt x="12782129" y="3723286"/>
                </a:cubicBezTo>
                <a:lnTo>
                  <a:pt x="12782129" y="5169489"/>
                </a:lnTo>
                <a:lnTo>
                  <a:pt x="463107" y="5169489"/>
                </a:lnTo>
                <a:lnTo>
                  <a:pt x="0" y="5169489"/>
                </a:lnTo>
                <a:lnTo>
                  <a:pt x="0" y="55523"/>
                </a:lnTo>
                <a:cubicBezTo>
                  <a:pt x="0" y="55523"/>
                  <a:pt x="35272" y="294597"/>
                  <a:pt x="273684" y="672805"/>
                </a:cubicBezTo>
                <a:cubicBezTo>
                  <a:pt x="271724" y="653208"/>
                  <a:pt x="271071" y="633612"/>
                  <a:pt x="271071" y="613363"/>
                </a:cubicBezTo>
                <a:cubicBezTo>
                  <a:pt x="271071" y="523873"/>
                  <a:pt x="290013" y="438956"/>
                  <a:pt x="324632" y="362531"/>
                </a:cubicBezTo>
                <a:cubicBezTo>
                  <a:pt x="419997" y="148932"/>
                  <a:pt x="634894" y="0"/>
                  <a:pt x="884409" y="0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622" name="Google Shape;622;p46">
            <a:extLst>
              <a:ext uri="{FF2B5EF4-FFF2-40B4-BE49-F238E27FC236}">
                <a16:creationId xmlns:a16="http://schemas.microsoft.com/office/drawing/2014/main" id="{1AD83512-C075-F394-1201-DECA2699ECA9}"/>
              </a:ext>
            </a:extLst>
          </p:cNvPr>
          <p:cNvGrpSpPr/>
          <p:nvPr/>
        </p:nvGrpSpPr>
        <p:grpSpPr>
          <a:xfrm>
            <a:off x="741510" y="2404886"/>
            <a:ext cx="2655531" cy="1877356"/>
            <a:chOff x="1833035" y="1862811"/>
            <a:chExt cx="2655531" cy="1877356"/>
          </a:xfrm>
        </p:grpSpPr>
        <p:sp>
          <p:nvSpPr>
            <p:cNvPr id="623" name="Google Shape;623;p46">
              <a:extLst>
                <a:ext uri="{FF2B5EF4-FFF2-40B4-BE49-F238E27FC236}">
                  <a16:creationId xmlns:a16="http://schemas.microsoft.com/office/drawing/2014/main" id="{2C9FA663-4C6A-2750-FE13-FA97B25345E0}"/>
                </a:ext>
              </a:extLst>
            </p:cNvPr>
            <p:cNvSpPr txBox="1"/>
            <p:nvPr/>
          </p:nvSpPr>
          <p:spPr>
            <a:xfrm>
              <a:off x="2002196" y="1862811"/>
              <a:ext cx="2226331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b" anchorCtr="0">
              <a:spAutoFit/>
            </a:bodyPr>
            <a:lstStyle/>
            <a:p>
              <a:pPr algn="ctr"/>
              <a:r>
                <a:rPr lang="en-US" sz="1600" b="1">
                  <a:solidFill>
                    <a:srgbClr val="002060"/>
                  </a:solidFill>
                  <a:latin typeface="Figtree"/>
                </a:rPr>
                <a:t> Turning Approvals into Adoption</a:t>
              </a:r>
            </a:p>
          </p:txBody>
        </p:sp>
        <p:sp>
          <p:nvSpPr>
            <p:cNvPr id="624" name="Google Shape;624;p46">
              <a:extLst>
                <a:ext uri="{FF2B5EF4-FFF2-40B4-BE49-F238E27FC236}">
                  <a16:creationId xmlns:a16="http://schemas.microsoft.com/office/drawing/2014/main" id="{52201FC0-7D47-8ED2-DA6F-FF235DE1682C}"/>
                </a:ext>
              </a:extLst>
            </p:cNvPr>
            <p:cNvSpPr txBox="1"/>
            <p:nvPr/>
          </p:nvSpPr>
          <p:spPr>
            <a:xfrm>
              <a:off x="1833035" y="2447546"/>
              <a:ext cx="2655531" cy="12926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/>
              <a:r>
                <a:rPr lang="en-US" sz="1300">
                  <a:solidFill>
                    <a:srgbClr val="002060"/>
                  </a:solidFill>
                  <a:latin typeface="Figtree"/>
                </a:rPr>
                <a:t>eDamana has secured key regulatory approvals and strategic partnerships, the primary challenge is translating this foundation into widespread platform usage and engagement.</a:t>
              </a:r>
            </a:p>
          </p:txBody>
        </p:sp>
      </p:grpSp>
      <p:sp>
        <p:nvSpPr>
          <p:cNvPr id="630" name="Google Shape;630;p46">
            <a:extLst>
              <a:ext uri="{FF2B5EF4-FFF2-40B4-BE49-F238E27FC236}">
                <a16:creationId xmlns:a16="http://schemas.microsoft.com/office/drawing/2014/main" id="{EBE26341-CAF5-5467-13B4-7492FA7E6DB7}"/>
              </a:ext>
            </a:extLst>
          </p:cNvPr>
          <p:cNvSpPr txBox="1"/>
          <p:nvPr/>
        </p:nvSpPr>
        <p:spPr>
          <a:xfrm>
            <a:off x="121195" y="182137"/>
            <a:ext cx="11176458" cy="6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>
                <a:solidFill>
                  <a:srgbClr val="09165C"/>
                </a:solidFill>
                <a:latin typeface="Figtree"/>
                <a:ea typeface="Figtree"/>
                <a:cs typeface="Figtree"/>
                <a:sym typeface="Figtree"/>
              </a:rPr>
              <a:t>Challenges Faced by eDamana </a:t>
            </a:r>
            <a:endParaRPr/>
          </a:p>
        </p:txBody>
      </p:sp>
      <p:grpSp>
        <p:nvGrpSpPr>
          <p:cNvPr id="631" name="Google Shape;631;p46">
            <a:extLst>
              <a:ext uri="{FF2B5EF4-FFF2-40B4-BE49-F238E27FC236}">
                <a16:creationId xmlns:a16="http://schemas.microsoft.com/office/drawing/2014/main" id="{4AC47C16-830B-2497-D8C8-429367F7CD6B}"/>
              </a:ext>
            </a:extLst>
          </p:cNvPr>
          <p:cNvGrpSpPr/>
          <p:nvPr/>
        </p:nvGrpSpPr>
        <p:grpSpPr>
          <a:xfrm>
            <a:off x="4445337" y="2309826"/>
            <a:ext cx="2528174" cy="1877356"/>
            <a:chOff x="6661084" y="2742425"/>
            <a:chExt cx="2528174" cy="1877356"/>
          </a:xfrm>
        </p:grpSpPr>
        <p:sp>
          <p:nvSpPr>
            <p:cNvPr id="632" name="Google Shape;632;p46">
              <a:extLst>
                <a:ext uri="{FF2B5EF4-FFF2-40B4-BE49-F238E27FC236}">
                  <a16:creationId xmlns:a16="http://schemas.microsoft.com/office/drawing/2014/main" id="{3B670DC3-18BC-D315-C2F7-C0CED6F1B4D8}"/>
                </a:ext>
              </a:extLst>
            </p:cNvPr>
            <p:cNvSpPr txBox="1"/>
            <p:nvPr/>
          </p:nvSpPr>
          <p:spPr>
            <a:xfrm>
              <a:off x="6661084" y="2742425"/>
              <a:ext cx="2528174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b" anchorCtr="0">
              <a:spAutoFit/>
            </a:bodyPr>
            <a:lstStyle/>
            <a:p>
              <a:pPr lvl="0" algn="ctr"/>
              <a:r>
                <a:rPr lang="en-US" sz="1600" b="1">
                  <a:solidFill>
                    <a:srgbClr val="002060"/>
                  </a:solidFill>
                  <a:latin typeface="Figtree"/>
                </a:rPr>
                <a:t>Operational Alignment Across Stakeholders</a:t>
              </a:r>
              <a:endParaRPr lang="en-US" sz="1600" b="1">
                <a:solidFill>
                  <a:srgbClr val="002060"/>
                </a:solidFill>
                <a:latin typeface="Figtree"/>
                <a:sym typeface="Figtree"/>
              </a:endParaRPr>
            </a:p>
          </p:txBody>
        </p:sp>
        <p:sp>
          <p:nvSpPr>
            <p:cNvPr id="633" name="Google Shape;633;p46">
              <a:extLst>
                <a:ext uri="{FF2B5EF4-FFF2-40B4-BE49-F238E27FC236}">
                  <a16:creationId xmlns:a16="http://schemas.microsoft.com/office/drawing/2014/main" id="{75009E3B-2762-F5D4-F6A4-D57793584C68}"/>
                </a:ext>
              </a:extLst>
            </p:cNvPr>
            <p:cNvSpPr txBox="1"/>
            <p:nvPr/>
          </p:nvSpPr>
          <p:spPr>
            <a:xfrm>
              <a:off x="6740722" y="3327160"/>
              <a:ext cx="2368898" cy="12926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/>
              <a:r>
                <a:rPr lang="en-US" sz="1300">
                  <a:solidFill>
                    <a:srgbClr val="002060"/>
                  </a:solidFill>
                  <a:latin typeface="Figtree"/>
                </a:rPr>
                <a:t>Successful go-to-market execution depends on synchronizing workflows across DVLD, and other ecosystem players to deliver a seamless user experience.</a:t>
              </a:r>
            </a:p>
          </p:txBody>
        </p:sp>
      </p:grpSp>
      <p:grpSp>
        <p:nvGrpSpPr>
          <p:cNvPr id="635" name="Google Shape;635;p46">
            <a:extLst>
              <a:ext uri="{FF2B5EF4-FFF2-40B4-BE49-F238E27FC236}">
                <a16:creationId xmlns:a16="http://schemas.microsoft.com/office/drawing/2014/main" id="{8C519B0C-0087-3BE7-958B-AEE20C6013AC}"/>
              </a:ext>
            </a:extLst>
          </p:cNvPr>
          <p:cNvGrpSpPr/>
          <p:nvPr/>
        </p:nvGrpSpPr>
        <p:grpSpPr>
          <a:xfrm>
            <a:off x="7363850" y="1936073"/>
            <a:ext cx="2368898" cy="1738308"/>
            <a:chOff x="9271115" y="3083698"/>
            <a:chExt cx="2368898" cy="1738308"/>
          </a:xfrm>
        </p:grpSpPr>
        <p:sp>
          <p:nvSpPr>
            <p:cNvPr id="636" name="Google Shape;636;p46">
              <a:extLst>
                <a:ext uri="{FF2B5EF4-FFF2-40B4-BE49-F238E27FC236}">
                  <a16:creationId xmlns:a16="http://schemas.microsoft.com/office/drawing/2014/main" id="{D9ABEE00-FFD8-9F76-4EF9-0BF52803BC87}"/>
                </a:ext>
              </a:extLst>
            </p:cNvPr>
            <p:cNvSpPr txBox="1"/>
            <p:nvPr/>
          </p:nvSpPr>
          <p:spPr>
            <a:xfrm>
              <a:off x="9271115" y="3083698"/>
              <a:ext cx="2368897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b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002060"/>
                  </a:solidFill>
                  <a:latin typeface="Figtree"/>
                  <a:ea typeface="Figtree"/>
                  <a:cs typeface="Figtree"/>
                  <a:sym typeface="Figtree"/>
                </a:rPr>
                <a:t>Building Trust in a Cash-Driven Market</a:t>
              </a:r>
            </a:p>
          </p:txBody>
        </p:sp>
        <p:sp>
          <p:nvSpPr>
            <p:cNvPr id="637" name="Google Shape;637;p46">
              <a:extLst>
                <a:ext uri="{FF2B5EF4-FFF2-40B4-BE49-F238E27FC236}">
                  <a16:creationId xmlns:a16="http://schemas.microsoft.com/office/drawing/2014/main" id="{E795DDA6-E11D-22AC-B6FD-63C53787CE98}"/>
                </a:ext>
              </a:extLst>
            </p:cNvPr>
            <p:cNvSpPr txBox="1"/>
            <p:nvPr/>
          </p:nvSpPr>
          <p:spPr>
            <a:xfrm>
              <a:off x="9271115" y="3729440"/>
              <a:ext cx="2368898" cy="1092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 algn="ctr"/>
              <a:r>
                <a:rPr lang="en-US" sz="1300">
                  <a:solidFill>
                    <a:srgbClr val="002060"/>
                  </a:solidFill>
                  <a:latin typeface="Figtree"/>
                </a:rPr>
                <a:t>Low user familiarity and reliance on cash require government endorsement to build confidence and drive adoption</a:t>
              </a:r>
              <a:r>
                <a:rPr lang="en-US" sz="1200"/>
                <a:t>.</a:t>
              </a:r>
              <a:endParaRPr sz="1300">
                <a:solidFill>
                  <a:srgbClr val="002060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9172547E-0A07-CF0A-AA6B-8DAC6C680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8128" y="4813598"/>
            <a:ext cx="576000" cy="576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BE142C-4CFA-EC31-BA05-0ACE30F4C5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136" y="4672652"/>
            <a:ext cx="674576" cy="6745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39FC99-6A52-5BA2-10F0-30A48F2495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9970" y="3936284"/>
            <a:ext cx="676656" cy="67665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1328AEA-F8DC-A7F5-E165-729596CFA7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195" y="6454749"/>
            <a:ext cx="274320" cy="27457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CC50308-F8F6-52F7-09A7-5A1555C0D50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988" t="32502" r="2767" b="24119"/>
          <a:stretch>
            <a:fillRect/>
          </a:stretch>
        </p:blipFill>
        <p:spPr>
          <a:xfrm>
            <a:off x="11412437" y="6454749"/>
            <a:ext cx="658368" cy="30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304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7" grpId="0" animBg="1"/>
      <p:bldP spid="619" grpId="0" animBg="1"/>
      <p:bldP spid="6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2"/>
          <p:cNvSpPr/>
          <p:nvPr/>
        </p:nvSpPr>
        <p:spPr>
          <a:xfrm>
            <a:off x="783012" y="1874520"/>
            <a:ext cx="1211175" cy="4366826"/>
          </a:xfrm>
          <a:custGeom>
            <a:avLst/>
            <a:gdLst/>
            <a:ahLst/>
            <a:cxnLst/>
            <a:rect l="l" t="t" r="r" b="b"/>
            <a:pathLst>
              <a:path w="1138" h="4103" extrusionOk="0">
                <a:moveTo>
                  <a:pt x="220" y="4103"/>
                </a:moveTo>
                <a:lnTo>
                  <a:pt x="220" y="603"/>
                </a:lnTo>
                <a:lnTo>
                  <a:pt x="0" y="713"/>
                </a:lnTo>
                <a:lnTo>
                  <a:pt x="0" y="286"/>
                </a:lnTo>
                <a:lnTo>
                  <a:pt x="569" y="0"/>
                </a:lnTo>
                <a:lnTo>
                  <a:pt x="1138" y="286"/>
                </a:lnTo>
                <a:lnTo>
                  <a:pt x="1138" y="713"/>
                </a:lnTo>
                <a:lnTo>
                  <a:pt x="918" y="603"/>
                </a:lnTo>
                <a:lnTo>
                  <a:pt x="918" y="4103"/>
                </a:lnTo>
                <a:lnTo>
                  <a:pt x="220" y="4103"/>
                </a:lnTo>
                <a:lnTo>
                  <a:pt x="220" y="4103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599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481" name="Google Shape;481;p42"/>
          <p:cNvSpPr/>
          <p:nvPr/>
        </p:nvSpPr>
        <p:spPr>
          <a:xfrm>
            <a:off x="2047402" y="2255540"/>
            <a:ext cx="1978535" cy="3985806"/>
          </a:xfrm>
          <a:custGeom>
            <a:avLst/>
            <a:gdLst/>
            <a:ahLst/>
            <a:cxnLst/>
            <a:rect l="l" t="t" r="r" b="b"/>
            <a:pathLst>
              <a:path w="1284" h="2585" extrusionOk="0">
                <a:moveTo>
                  <a:pt x="0" y="2585"/>
                </a:moveTo>
                <a:cubicBezTo>
                  <a:pt x="0" y="2129"/>
                  <a:pt x="0" y="1399"/>
                  <a:pt x="0" y="943"/>
                </a:cubicBezTo>
                <a:cubicBezTo>
                  <a:pt x="681" y="263"/>
                  <a:pt x="681" y="263"/>
                  <a:pt x="681" y="263"/>
                </a:cubicBezTo>
                <a:cubicBezTo>
                  <a:pt x="519" y="209"/>
                  <a:pt x="519" y="209"/>
                  <a:pt x="519" y="209"/>
                </a:cubicBezTo>
                <a:cubicBezTo>
                  <a:pt x="728" y="0"/>
                  <a:pt x="728" y="0"/>
                  <a:pt x="728" y="0"/>
                </a:cubicBezTo>
                <a:cubicBezTo>
                  <a:pt x="1145" y="139"/>
                  <a:pt x="1145" y="139"/>
                  <a:pt x="1145" y="139"/>
                </a:cubicBezTo>
                <a:cubicBezTo>
                  <a:pt x="1284" y="556"/>
                  <a:pt x="1284" y="556"/>
                  <a:pt x="1284" y="556"/>
                </a:cubicBezTo>
                <a:cubicBezTo>
                  <a:pt x="1074" y="765"/>
                  <a:pt x="1074" y="765"/>
                  <a:pt x="1074" y="765"/>
                </a:cubicBezTo>
                <a:cubicBezTo>
                  <a:pt x="1021" y="603"/>
                  <a:pt x="1021" y="603"/>
                  <a:pt x="1021" y="603"/>
                </a:cubicBezTo>
                <a:cubicBezTo>
                  <a:pt x="481" y="1142"/>
                  <a:pt x="481" y="1142"/>
                  <a:pt x="481" y="1142"/>
                </a:cubicBezTo>
                <a:cubicBezTo>
                  <a:pt x="481" y="2585"/>
                  <a:pt x="481" y="2585"/>
                  <a:pt x="481" y="2585"/>
                </a:cubicBezTo>
                <a:cubicBezTo>
                  <a:pt x="0" y="2585"/>
                  <a:pt x="0" y="2585"/>
                  <a:pt x="0" y="2585"/>
                </a:cubicBezTo>
                <a:close/>
              </a:path>
            </a:pathLst>
          </a:custGeom>
          <a:solidFill>
            <a:srgbClr val="01B3B9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599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482" name="Google Shape;482;p42"/>
          <p:cNvSpPr/>
          <p:nvPr/>
        </p:nvSpPr>
        <p:spPr>
          <a:xfrm>
            <a:off x="3104251" y="3692347"/>
            <a:ext cx="2127537" cy="2549000"/>
          </a:xfrm>
          <a:custGeom>
            <a:avLst/>
            <a:gdLst/>
            <a:ahLst/>
            <a:cxnLst/>
            <a:rect l="l" t="t" r="r" b="b"/>
            <a:pathLst>
              <a:path w="1999" h="2395" extrusionOk="0">
                <a:moveTo>
                  <a:pt x="427" y="222"/>
                </a:moveTo>
                <a:lnTo>
                  <a:pt x="1396" y="222"/>
                </a:lnTo>
                <a:lnTo>
                  <a:pt x="1286" y="0"/>
                </a:lnTo>
                <a:lnTo>
                  <a:pt x="1713" y="0"/>
                </a:lnTo>
                <a:lnTo>
                  <a:pt x="1999" y="570"/>
                </a:lnTo>
                <a:lnTo>
                  <a:pt x="1713" y="1141"/>
                </a:lnTo>
                <a:lnTo>
                  <a:pt x="1286" y="1139"/>
                </a:lnTo>
                <a:lnTo>
                  <a:pt x="1396" y="919"/>
                </a:lnTo>
                <a:lnTo>
                  <a:pt x="697" y="919"/>
                </a:lnTo>
                <a:lnTo>
                  <a:pt x="697" y="2395"/>
                </a:lnTo>
                <a:lnTo>
                  <a:pt x="0" y="2395"/>
                </a:lnTo>
                <a:lnTo>
                  <a:pt x="0" y="649"/>
                </a:lnTo>
                <a:lnTo>
                  <a:pt x="427" y="222"/>
                </a:lnTo>
                <a:lnTo>
                  <a:pt x="427" y="222"/>
                </a:lnTo>
                <a:close/>
              </a:path>
            </a:pathLst>
          </a:custGeom>
          <a:solidFill>
            <a:srgbClr val="007AC4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599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484" name="Google Shape;484;p42"/>
          <p:cNvSpPr txBox="1"/>
          <p:nvPr/>
        </p:nvSpPr>
        <p:spPr>
          <a:xfrm>
            <a:off x="7217049" y="1526112"/>
            <a:ext cx="185921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en-US" sz="2000" b="1">
                <a:solidFill>
                  <a:srgbClr val="002060"/>
                </a:solidFill>
                <a:latin typeface="Figtree"/>
                <a:ea typeface="Figtree"/>
                <a:cs typeface="Figtree"/>
                <a:sym typeface="Figtree"/>
              </a:rPr>
              <a:t>Endorsement </a:t>
            </a:r>
            <a:endParaRPr sz="1900" b="1">
              <a:solidFill>
                <a:srgbClr val="00206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485" name="Google Shape;485;p42"/>
          <p:cNvSpPr txBox="1"/>
          <p:nvPr/>
        </p:nvSpPr>
        <p:spPr>
          <a:xfrm>
            <a:off x="7161776" y="1890046"/>
            <a:ext cx="4269811" cy="602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725" tIns="54350" rIns="108725" bIns="54350" anchor="t" anchorCtr="0">
            <a:spAutoFit/>
          </a:bodyPr>
          <a:lstStyle/>
          <a:p>
            <a:r>
              <a:rPr lang="en-US" sz="1600">
                <a:solidFill>
                  <a:srgbClr val="002060"/>
                </a:solidFill>
                <a:latin typeface="Figtree"/>
                <a:ea typeface="Figtree"/>
                <a:cs typeface="Figtree"/>
                <a:sym typeface="Figtree"/>
              </a:rPr>
              <a:t>S</a:t>
            </a:r>
            <a:r>
              <a:rPr lang="en-US" sz="1600">
                <a:solidFill>
                  <a:srgbClr val="002060"/>
                </a:solidFill>
                <a:latin typeface="Figtree"/>
                <a:ea typeface="Figtree"/>
                <a:cs typeface="Figtree"/>
              </a:rPr>
              <a:t>upport public trust and accelerate adoption through formal recognition</a:t>
            </a:r>
          </a:p>
        </p:txBody>
      </p:sp>
      <p:sp>
        <p:nvSpPr>
          <p:cNvPr id="487" name="Google Shape;487;p42"/>
          <p:cNvSpPr txBox="1"/>
          <p:nvPr/>
        </p:nvSpPr>
        <p:spPr>
          <a:xfrm>
            <a:off x="185743" y="49562"/>
            <a:ext cx="10515889" cy="1321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25" tIns="27700" rIns="55425" bIns="27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165C"/>
              </a:buClr>
              <a:buSzPts val="5900"/>
              <a:buFont typeface="Figtree"/>
              <a:buNone/>
            </a:pPr>
            <a:r>
              <a:rPr lang="en-US" sz="4000" b="1">
                <a:solidFill>
                  <a:srgbClr val="09165C"/>
                </a:solidFill>
                <a:latin typeface="Figtree"/>
                <a:ea typeface="Calibri"/>
                <a:cs typeface="Calibri"/>
                <a:sym typeface="Figtree"/>
              </a:rPr>
              <a:t>Support from MODEE 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0" name="Google Shape;490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2860825"/>
            <a:ext cx="889444" cy="831522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42"/>
          <p:cNvSpPr txBox="1"/>
          <p:nvPr/>
        </p:nvSpPr>
        <p:spPr>
          <a:xfrm>
            <a:off x="7157176" y="2810872"/>
            <a:ext cx="4974952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en-US" sz="2000" b="1">
                <a:solidFill>
                  <a:srgbClr val="002060"/>
                </a:solidFill>
                <a:latin typeface="Figtree"/>
                <a:ea typeface="Figtree"/>
                <a:cs typeface="Figtree"/>
                <a:sym typeface="Figtree"/>
              </a:rPr>
              <a:t>Facilitate Multi-Stakeholder Integration</a:t>
            </a:r>
            <a:endParaRPr sz="1900" b="1">
              <a:solidFill>
                <a:srgbClr val="00206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492" name="Google Shape;492;p42"/>
          <p:cNvSpPr txBox="1"/>
          <p:nvPr/>
        </p:nvSpPr>
        <p:spPr>
          <a:xfrm>
            <a:off x="7157176" y="3866697"/>
            <a:ext cx="5034824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en-US" sz="2000" b="1">
                <a:solidFill>
                  <a:srgbClr val="002060"/>
                </a:solidFill>
                <a:latin typeface="Figtree"/>
                <a:ea typeface="Figtree"/>
                <a:cs typeface="Figtree"/>
                <a:sym typeface="Figtree"/>
              </a:rPr>
              <a:t>Enable eDamana within Government Service Centers</a:t>
            </a:r>
            <a:endParaRPr sz="1900" b="1">
              <a:solidFill>
                <a:srgbClr val="00206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grpSp>
        <p:nvGrpSpPr>
          <p:cNvPr id="494" name="Google Shape;494;p42"/>
          <p:cNvGrpSpPr/>
          <p:nvPr/>
        </p:nvGrpSpPr>
        <p:grpSpPr>
          <a:xfrm>
            <a:off x="382001" y="6348167"/>
            <a:ext cx="278060" cy="316428"/>
            <a:chOff x="629904" y="10452384"/>
            <a:chExt cx="458510" cy="521777"/>
          </a:xfrm>
        </p:grpSpPr>
        <p:sp>
          <p:nvSpPr>
            <p:cNvPr id="495" name="Google Shape;495;p42"/>
            <p:cNvSpPr/>
            <p:nvPr/>
          </p:nvSpPr>
          <p:spPr>
            <a:xfrm>
              <a:off x="876960" y="10452384"/>
              <a:ext cx="211454" cy="412115"/>
            </a:xfrm>
            <a:custGeom>
              <a:avLst/>
              <a:gdLst/>
              <a:ahLst/>
              <a:cxnLst/>
              <a:rect l="l" t="t" r="r" b="b"/>
              <a:pathLst>
                <a:path w="211455" h="412115" extrusionOk="0">
                  <a:moveTo>
                    <a:pt x="179305" y="0"/>
                  </a:moveTo>
                  <a:lnTo>
                    <a:pt x="0" y="0"/>
                  </a:lnTo>
                  <a:lnTo>
                    <a:pt x="0" y="63896"/>
                  </a:lnTo>
                  <a:lnTo>
                    <a:pt x="102027" y="63896"/>
                  </a:lnTo>
                  <a:lnTo>
                    <a:pt x="0" y="165734"/>
                  </a:lnTo>
                  <a:lnTo>
                    <a:pt x="0" y="411773"/>
                  </a:lnTo>
                  <a:lnTo>
                    <a:pt x="19203" y="399886"/>
                  </a:lnTo>
                  <a:lnTo>
                    <a:pt x="36260" y="387846"/>
                  </a:lnTo>
                  <a:lnTo>
                    <a:pt x="51292" y="375764"/>
                  </a:lnTo>
                  <a:lnTo>
                    <a:pt x="64420" y="363747"/>
                  </a:lnTo>
                  <a:lnTo>
                    <a:pt x="64420" y="191709"/>
                  </a:lnTo>
                  <a:lnTo>
                    <a:pt x="147222" y="109065"/>
                  </a:lnTo>
                  <a:lnTo>
                    <a:pt x="147222" y="210306"/>
                  </a:lnTo>
                  <a:lnTo>
                    <a:pt x="211119" y="210306"/>
                  </a:lnTo>
                  <a:lnTo>
                    <a:pt x="211119" y="31814"/>
                  </a:lnTo>
                  <a:lnTo>
                    <a:pt x="208618" y="19428"/>
                  </a:lnTo>
                  <a:lnTo>
                    <a:pt x="201800" y="9316"/>
                  </a:lnTo>
                  <a:lnTo>
                    <a:pt x="191687" y="2499"/>
                  </a:lnTo>
                  <a:lnTo>
                    <a:pt x="179305" y="0"/>
                  </a:lnTo>
                  <a:close/>
                </a:path>
              </a:pathLst>
            </a:custGeom>
            <a:solidFill>
              <a:srgbClr val="00B3B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42"/>
            <p:cNvSpPr/>
            <p:nvPr/>
          </p:nvSpPr>
          <p:spPr>
            <a:xfrm>
              <a:off x="629904" y="10694126"/>
              <a:ext cx="458470" cy="280035"/>
            </a:xfrm>
            <a:custGeom>
              <a:avLst/>
              <a:gdLst/>
              <a:ahLst/>
              <a:cxnLst/>
              <a:rect l="l" t="t" r="r" b="b"/>
              <a:pathLst>
                <a:path w="458470" h="280034" extrusionOk="0">
                  <a:moveTo>
                    <a:pt x="458174" y="0"/>
                  </a:moveTo>
                  <a:lnTo>
                    <a:pt x="394185" y="0"/>
                  </a:lnTo>
                  <a:lnTo>
                    <a:pt x="394185" y="25195"/>
                  </a:lnTo>
                  <a:lnTo>
                    <a:pt x="392362" y="36907"/>
                  </a:lnTo>
                  <a:lnTo>
                    <a:pt x="368859" y="93248"/>
                  </a:lnTo>
                  <a:lnTo>
                    <a:pt x="339863" y="131168"/>
                  </a:lnTo>
                  <a:lnTo>
                    <a:pt x="294492" y="171113"/>
                  </a:lnTo>
                  <a:lnTo>
                    <a:pt x="229087" y="209730"/>
                  </a:lnTo>
                  <a:lnTo>
                    <a:pt x="163274" y="170818"/>
                  </a:lnTo>
                  <a:lnTo>
                    <a:pt x="117768" y="130593"/>
                  </a:lnTo>
                  <a:lnTo>
                    <a:pt x="88827" y="92494"/>
                  </a:lnTo>
                  <a:lnTo>
                    <a:pt x="65678" y="36425"/>
                  </a:lnTo>
                  <a:lnTo>
                    <a:pt x="63988" y="25333"/>
                  </a:lnTo>
                  <a:lnTo>
                    <a:pt x="63988" y="0"/>
                  </a:lnTo>
                  <a:lnTo>
                    <a:pt x="0" y="0"/>
                  </a:lnTo>
                  <a:lnTo>
                    <a:pt x="0" y="27266"/>
                  </a:lnTo>
                  <a:lnTo>
                    <a:pt x="804" y="35854"/>
                  </a:lnTo>
                  <a:lnTo>
                    <a:pt x="13538" y="83613"/>
                  </a:lnTo>
                  <a:lnTo>
                    <a:pt x="30000" y="118189"/>
                  </a:lnTo>
                  <a:lnTo>
                    <a:pt x="56215" y="156833"/>
                  </a:lnTo>
                  <a:lnTo>
                    <a:pt x="94449" y="197247"/>
                  </a:lnTo>
                  <a:lnTo>
                    <a:pt x="146968" y="237134"/>
                  </a:lnTo>
                  <a:lnTo>
                    <a:pt x="216040" y="274196"/>
                  </a:lnTo>
                  <a:lnTo>
                    <a:pt x="229087" y="280022"/>
                  </a:lnTo>
                  <a:lnTo>
                    <a:pt x="242133" y="274196"/>
                  </a:lnTo>
                  <a:lnTo>
                    <a:pt x="311205" y="237134"/>
                  </a:lnTo>
                  <a:lnTo>
                    <a:pt x="363724" y="197247"/>
                  </a:lnTo>
                  <a:lnTo>
                    <a:pt x="401958" y="156833"/>
                  </a:lnTo>
                  <a:lnTo>
                    <a:pt x="428173" y="118189"/>
                  </a:lnTo>
                  <a:lnTo>
                    <a:pt x="444636" y="83613"/>
                  </a:lnTo>
                  <a:lnTo>
                    <a:pt x="457369" y="35854"/>
                  </a:lnTo>
                  <a:lnTo>
                    <a:pt x="458174" y="27266"/>
                  </a:lnTo>
                  <a:lnTo>
                    <a:pt x="458174" y="0"/>
                  </a:lnTo>
                  <a:close/>
                </a:path>
              </a:pathLst>
            </a:custGeom>
            <a:solidFill>
              <a:srgbClr val="08155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42"/>
            <p:cNvSpPr/>
            <p:nvPr/>
          </p:nvSpPr>
          <p:spPr>
            <a:xfrm>
              <a:off x="629904" y="10452384"/>
              <a:ext cx="211454" cy="412115"/>
            </a:xfrm>
            <a:custGeom>
              <a:avLst/>
              <a:gdLst/>
              <a:ahLst/>
              <a:cxnLst/>
              <a:rect l="l" t="t" r="r" b="b"/>
              <a:pathLst>
                <a:path w="211455" h="412115" extrusionOk="0">
                  <a:moveTo>
                    <a:pt x="211348" y="0"/>
                  </a:moveTo>
                  <a:lnTo>
                    <a:pt x="31814" y="0"/>
                  </a:lnTo>
                  <a:lnTo>
                    <a:pt x="19431" y="2499"/>
                  </a:lnTo>
                  <a:lnTo>
                    <a:pt x="9318" y="9316"/>
                  </a:lnTo>
                  <a:lnTo>
                    <a:pt x="2500" y="19428"/>
                  </a:lnTo>
                  <a:lnTo>
                    <a:pt x="0" y="31814"/>
                  </a:lnTo>
                  <a:lnTo>
                    <a:pt x="0" y="210306"/>
                  </a:lnTo>
                  <a:lnTo>
                    <a:pt x="63896" y="210306"/>
                  </a:lnTo>
                  <a:lnTo>
                    <a:pt x="63896" y="109065"/>
                  </a:lnTo>
                  <a:lnTo>
                    <a:pt x="146921" y="191932"/>
                  </a:lnTo>
                  <a:lnTo>
                    <a:pt x="146921" y="364121"/>
                  </a:lnTo>
                  <a:lnTo>
                    <a:pt x="192154" y="400076"/>
                  </a:lnTo>
                  <a:lnTo>
                    <a:pt x="211348" y="411911"/>
                  </a:lnTo>
                  <a:lnTo>
                    <a:pt x="211348" y="165957"/>
                  </a:lnTo>
                  <a:lnTo>
                    <a:pt x="109091" y="63896"/>
                  </a:lnTo>
                  <a:lnTo>
                    <a:pt x="211348" y="63896"/>
                  </a:lnTo>
                  <a:lnTo>
                    <a:pt x="211348" y="0"/>
                  </a:lnTo>
                  <a:close/>
                </a:path>
              </a:pathLst>
            </a:custGeom>
            <a:solidFill>
              <a:srgbClr val="007A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98" name="Google Shape;498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28963" y="6458526"/>
            <a:ext cx="662421" cy="242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18EFBC3-80C8-07D4-9343-611B828926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7547" y="1631793"/>
            <a:ext cx="886968" cy="886968"/>
          </a:xfrm>
          <a:prstGeom prst="rect">
            <a:avLst/>
          </a:prstGeom>
        </p:spPr>
      </p:pic>
      <p:sp>
        <p:nvSpPr>
          <p:cNvPr id="4" name="Google Shape;485;p42">
            <a:extLst>
              <a:ext uri="{FF2B5EF4-FFF2-40B4-BE49-F238E27FC236}">
                <a16:creationId xmlns:a16="http://schemas.microsoft.com/office/drawing/2014/main" id="{379D04AE-9C78-F1E5-AD40-D877AC5E83F9}"/>
              </a:ext>
            </a:extLst>
          </p:cNvPr>
          <p:cNvSpPr txBox="1"/>
          <p:nvPr/>
        </p:nvSpPr>
        <p:spPr>
          <a:xfrm>
            <a:off x="7217047" y="3172440"/>
            <a:ext cx="4855210" cy="602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725" tIns="54350" rIns="108725" bIns="54350" anchor="t" anchorCtr="0">
            <a:spAutoFit/>
          </a:bodyPr>
          <a:lstStyle/>
          <a:p>
            <a:r>
              <a:rPr lang="en-US" sz="1600">
                <a:solidFill>
                  <a:srgbClr val="002060"/>
                </a:solidFill>
                <a:latin typeface="Figtree"/>
                <a:ea typeface="Figtree"/>
                <a:cs typeface="Figtree"/>
                <a:sym typeface="Figtree"/>
              </a:rPr>
              <a:t> To ensure smooth and connected service </a:t>
            </a:r>
            <a:endParaRPr lang="en-US" sz="1600">
              <a:solidFill>
                <a:srgbClr val="002060"/>
              </a:solidFill>
              <a:latin typeface="Figtree"/>
              <a:ea typeface="Figtree"/>
              <a:cs typeface="Figtree"/>
            </a:endParaRPr>
          </a:p>
          <a:p>
            <a:r>
              <a:rPr lang="en-US" sz="1600">
                <a:solidFill>
                  <a:srgbClr val="002060"/>
                </a:solidFill>
                <a:latin typeface="Figtree"/>
                <a:ea typeface="Figtree"/>
                <a:cs typeface="Figtree"/>
                <a:sym typeface="Figtree"/>
              </a:rPr>
              <a:t> delivery</a:t>
            </a:r>
            <a:endParaRPr lang="en-US" sz="1600">
              <a:solidFill>
                <a:srgbClr val="002060"/>
              </a:solidFill>
              <a:latin typeface="Figtree"/>
              <a:ea typeface="Figtree"/>
              <a:cs typeface="Figtree"/>
            </a:endParaRPr>
          </a:p>
        </p:txBody>
      </p:sp>
      <p:sp>
        <p:nvSpPr>
          <p:cNvPr id="5" name="Google Shape;485;p42">
            <a:extLst>
              <a:ext uri="{FF2B5EF4-FFF2-40B4-BE49-F238E27FC236}">
                <a16:creationId xmlns:a16="http://schemas.microsoft.com/office/drawing/2014/main" id="{AB55337C-F6B0-E19F-FB06-04C59635417E}"/>
              </a:ext>
            </a:extLst>
          </p:cNvPr>
          <p:cNvSpPr txBox="1"/>
          <p:nvPr/>
        </p:nvSpPr>
        <p:spPr>
          <a:xfrm>
            <a:off x="7217047" y="4628095"/>
            <a:ext cx="4855210" cy="602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725" tIns="54350" rIns="108725" bIns="54350" anchor="t" anchorCtr="0">
            <a:spAutoFit/>
          </a:bodyPr>
          <a:lstStyle/>
          <a:p>
            <a:r>
              <a:rPr lang="en-US" sz="1600">
                <a:solidFill>
                  <a:srgbClr val="002060"/>
                </a:solidFill>
                <a:latin typeface="Figtree"/>
                <a:ea typeface="Figtree"/>
                <a:cs typeface="Figtree"/>
                <a:sym typeface="Figtree"/>
              </a:rPr>
              <a:t>To offer a unified, end-to-end ownership transfer experience at key citizen touchpoints.</a:t>
            </a:r>
            <a:endParaRPr lang="en-US" sz="1600">
              <a:solidFill>
                <a:srgbClr val="002060"/>
              </a:solidFill>
              <a:latin typeface="Figtree"/>
              <a:ea typeface="Figtree"/>
              <a:cs typeface="Figtree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3E6B94-98FB-8BAD-5349-BD21D2300B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0773" y="3952751"/>
            <a:ext cx="1403742" cy="6217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0" grpId="0" animBg="1"/>
      <p:bldP spid="481" grpId="0" animBg="1"/>
      <p:bldP spid="482" grpId="0" animBg="1"/>
      <p:bldP spid="484" grpId="0"/>
      <p:bldP spid="485" grpId="0"/>
      <p:bldP spid="491" grpId="0"/>
      <p:bldP spid="492" grpId="0"/>
      <p:bldP spid="4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>
          <a:extLst>
            <a:ext uri="{FF2B5EF4-FFF2-40B4-BE49-F238E27FC236}">
              <a16:creationId xmlns:a16="http://schemas.microsoft.com/office/drawing/2014/main" id="{417FA9B4-8E7E-A9A7-0FA3-C6E3B23FC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0" name="Google Shape;570;p44">
            <a:extLst>
              <a:ext uri="{FF2B5EF4-FFF2-40B4-BE49-F238E27FC236}">
                <a16:creationId xmlns:a16="http://schemas.microsoft.com/office/drawing/2014/main" id="{CB1071E4-0A99-044E-E6A9-7C0DC686FA4A}"/>
              </a:ext>
            </a:extLst>
          </p:cNvPr>
          <p:cNvCxnSpPr>
            <a:stCxn id="571" idx="4"/>
            <a:endCxn id="572" idx="0"/>
          </p:cNvCxnSpPr>
          <p:nvPr/>
        </p:nvCxnSpPr>
        <p:spPr>
          <a:xfrm>
            <a:off x="1739922" y="3308371"/>
            <a:ext cx="0" cy="373200"/>
          </a:xfrm>
          <a:prstGeom prst="straightConnector1">
            <a:avLst/>
          </a:prstGeom>
          <a:noFill/>
          <a:ln w="25400" cap="flat" cmpd="sng">
            <a:solidFill>
              <a:srgbClr val="09165C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73" name="Google Shape;573;p44">
            <a:extLst>
              <a:ext uri="{FF2B5EF4-FFF2-40B4-BE49-F238E27FC236}">
                <a16:creationId xmlns:a16="http://schemas.microsoft.com/office/drawing/2014/main" id="{F0A1F55A-1FBB-F37E-7BBB-16FC8360C03B}"/>
              </a:ext>
            </a:extLst>
          </p:cNvPr>
          <p:cNvCxnSpPr/>
          <p:nvPr/>
        </p:nvCxnSpPr>
        <p:spPr>
          <a:xfrm>
            <a:off x="3834157" y="2582355"/>
            <a:ext cx="0" cy="373268"/>
          </a:xfrm>
          <a:prstGeom prst="straightConnector1">
            <a:avLst/>
          </a:prstGeom>
          <a:noFill/>
          <a:ln w="25400" cap="flat" cmpd="sng">
            <a:solidFill>
              <a:srgbClr val="09165C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74" name="Google Shape;574;p44">
            <a:extLst>
              <a:ext uri="{FF2B5EF4-FFF2-40B4-BE49-F238E27FC236}">
                <a16:creationId xmlns:a16="http://schemas.microsoft.com/office/drawing/2014/main" id="{7EA5C680-88A9-D15C-2148-03657BE512B9}"/>
              </a:ext>
            </a:extLst>
          </p:cNvPr>
          <p:cNvCxnSpPr/>
          <p:nvPr/>
        </p:nvCxnSpPr>
        <p:spPr>
          <a:xfrm>
            <a:off x="5863914" y="3308372"/>
            <a:ext cx="0" cy="373268"/>
          </a:xfrm>
          <a:prstGeom prst="straightConnector1">
            <a:avLst/>
          </a:prstGeom>
          <a:noFill/>
          <a:ln w="25400" cap="flat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75" name="Google Shape;575;p44">
            <a:extLst>
              <a:ext uri="{FF2B5EF4-FFF2-40B4-BE49-F238E27FC236}">
                <a16:creationId xmlns:a16="http://schemas.microsoft.com/office/drawing/2014/main" id="{32B4FE52-BFF5-2820-722A-20D7DA495046}"/>
              </a:ext>
            </a:extLst>
          </p:cNvPr>
          <p:cNvCxnSpPr/>
          <p:nvPr/>
        </p:nvCxnSpPr>
        <p:spPr>
          <a:xfrm>
            <a:off x="7925909" y="2645131"/>
            <a:ext cx="0" cy="373268"/>
          </a:xfrm>
          <a:prstGeom prst="straightConnector1">
            <a:avLst/>
          </a:prstGeom>
          <a:noFill/>
          <a:ln w="25400" cap="flat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76" name="Google Shape;576;p44">
            <a:extLst>
              <a:ext uri="{FF2B5EF4-FFF2-40B4-BE49-F238E27FC236}">
                <a16:creationId xmlns:a16="http://schemas.microsoft.com/office/drawing/2014/main" id="{EFD3FF40-39BB-E6AF-F477-8C4E141CD219}"/>
              </a:ext>
            </a:extLst>
          </p:cNvPr>
          <p:cNvCxnSpPr/>
          <p:nvPr/>
        </p:nvCxnSpPr>
        <p:spPr>
          <a:xfrm>
            <a:off x="9987906" y="3308372"/>
            <a:ext cx="0" cy="373268"/>
          </a:xfrm>
          <a:prstGeom prst="straightConnector1">
            <a:avLst/>
          </a:prstGeom>
          <a:noFill/>
          <a:ln w="25400" cap="flat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7" name="Google Shape;577;p44">
            <a:extLst>
              <a:ext uri="{FF2B5EF4-FFF2-40B4-BE49-F238E27FC236}">
                <a16:creationId xmlns:a16="http://schemas.microsoft.com/office/drawing/2014/main" id="{1D90A6C1-E0E7-9EA5-FE3F-21456C0B9C27}"/>
              </a:ext>
            </a:extLst>
          </p:cNvPr>
          <p:cNvSpPr/>
          <p:nvPr/>
        </p:nvSpPr>
        <p:spPr>
          <a:xfrm>
            <a:off x="8852603" y="3018399"/>
            <a:ext cx="2270609" cy="227196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6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44">
            <a:extLst>
              <a:ext uri="{FF2B5EF4-FFF2-40B4-BE49-F238E27FC236}">
                <a16:creationId xmlns:a16="http://schemas.microsoft.com/office/drawing/2014/main" id="{90F76400-0403-4641-C051-70B36EB698EB}"/>
              </a:ext>
            </a:extLst>
          </p:cNvPr>
          <p:cNvSpPr/>
          <p:nvPr/>
        </p:nvSpPr>
        <p:spPr>
          <a:xfrm>
            <a:off x="6790606" y="3018399"/>
            <a:ext cx="2270609" cy="227196"/>
          </a:xfrm>
          <a:prstGeom prst="roundRect">
            <a:avLst>
              <a:gd name="adj" fmla="val 50000"/>
            </a:avLst>
          </a:prstGeom>
          <a:solidFill>
            <a:srgbClr val="1082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6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44">
            <a:extLst>
              <a:ext uri="{FF2B5EF4-FFF2-40B4-BE49-F238E27FC236}">
                <a16:creationId xmlns:a16="http://schemas.microsoft.com/office/drawing/2014/main" id="{4D0FBDD3-2DD2-4125-6487-50D42B50268E}"/>
              </a:ext>
            </a:extLst>
          </p:cNvPr>
          <p:cNvSpPr/>
          <p:nvPr/>
        </p:nvSpPr>
        <p:spPr>
          <a:xfrm>
            <a:off x="4800137" y="3018478"/>
            <a:ext cx="2270609" cy="227196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6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44">
            <a:extLst>
              <a:ext uri="{FF2B5EF4-FFF2-40B4-BE49-F238E27FC236}">
                <a16:creationId xmlns:a16="http://schemas.microsoft.com/office/drawing/2014/main" id="{584048B2-8ECD-4E5A-0C08-63B444BB7BF8}"/>
              </a:ext>
            </a:extLst>
          </p:cNvPr>
          <p:cNvSpPr/>
          <p:nvPr/>
        </p:nvSpPr>
        <p:spPr>
          <a:xfrm>
            <a:off x="2666615" y="3018399"/>
            <a:ext cx="2270609" cy="227196"/>
          </a:xfrm>
          <a:prstGeom prst="roundRect">
            <a:avLst>
              <a:gd name="adj" fmla="val 50000"/>
            </a:avLst>
          </a:prstGeom>
          <a:solidFill>
            <a:srgbClr val="1082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6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44">
            <a:extLst>
              <a:ext uri="{FF2B5EF4-FFF2-40B4-BE49-F238E27FC236}">
                <a16:creationId xmlns:a16="http://schemas.microsoft.com/office/drawing/2014/main" id="{DFE1AF01-DE22-0886-A321-8586104969B4}"/>
              </a:ext>
            </a:extLst>
          </p:cNvPr>
          <p:cNvSpPr/>
          <p:nvPr/>
        </p:nvSpPr>
        <p:spPr>
          <a:xfrm>
            <a:off x="604619" y="3018399"/>
            <a:ext cx="2270609" cy="227196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6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44">
            <a:extLst>
              <a:ext uri="{FF2B5EF4-FFF2-40B4-BE49-F238E27FC236}">
                <a16:creationId xmlns:a16="http://schemas.microsoft.com/office/drawing/2014/main" id="{5F4081A9-CAED-1648-A88E-1042918D1206}"/>
              </a:ext>
            </a:extLst>
          </p:cNvPr>
          <p:cNvSpPr/>
          <p:nvPr/>
        </p:nvSpPr>
        <p:spPr>
          <a:xfrm>
            <a:off x="1563548" y="2955623"/>
            <a:ext cx="352748" cy="352748"/>
          </a:xfrm>
          <a:prstGeom prst="ellipse">
            <a:avLst/>
          </a:prstGeom>
          <a:solidFill>
            <a:schemeClr val="lt1"/>
          </a:solidFill>
          <a:ln w="127000" cap="flat" cmpd="sng">
            <a:solidFill>
              <a:srgbClr val="1082C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16" b="1">
                <a:solidFill>
                  <a:srgbClr val="09165C"/>
                </a:solidFill>
                <a:latin typeface="Figtree"/>
                <a:ea typeface="Figtree"/>
                <a:cs typeface="Figtree"/>
                <a:sym typeface="Figtree"/>
              </a:rPr>
              <a:t>1</a:t>
            </a:r>
            <a:endParaRPr/>
          </a:p>
        </p:txBody>
      </p:sp>
      <p:sp>
        <p:nvSpPr>
          <p:cNvPr id="582" name="Google Shape;582;p44">
            <a:extLst>
              <a:ext uri="{FF2B5EF4-FFF2-40B4-BE49-F238E27FC236}">
                <a16:creationId xmlns:a16="http://schemas.microsoft.com/office/drawing/2014/main" id="{3C89E5DB-1B02-64DA-EDD7-867F9B1D340D}"/>
              </a:ext>
            </a:extLst>
          </p:cNvPr>
          <p:cNvSpPr/>
          <p:nvPr/>
        </p:nvSpPr>
        <p:spPr>
          <a:xfrm>
            <a:off x="3657783" y="2955623"/>
            <a:ext cx="352748" cy="352748"/>
          </a:xfrm>
          <a:prstGeom prst="ellipse">
            <a:avLst/>
          </a:prstGeom>
          <a:solidFill>
            <a:schemeClr val="lt1"/>
          </a:solidFill>
          <a:ln w="127000" cap="flat" cmpd="sng">
            <a:solidFill>
              <a:srgbClr val="09165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5" b="1">
                <a:solidFill>
                  <a:srgbClr val="09165C"/>
                </a:solidFill>
                <a:latin typeface="Figtree"/>
                <a:ea typeface="Figtree"/>
                <a:cs typeface="Figtree"/>
                <a:sym typeface="Figtree"/>
              </a:rPr>
              <a:t>2</a:t>
            </a:r>
            <a:endParaRPr/>
          </a:p>
        </p:txBody>
      </p:sp>
      <p:sp>
        <p:nvSpPr>
          <p:cNvPr id="583" name="Google Shape;583;p44">
            <a:extLst>
              <a:ext uri="{FF2B5EF4-FFF2-40B4-BE49-F238E27FC236}">
                <a16:creationId xmlns:a16="http://schemas.microsoft.com/office/drawing/2014/main" id="{C5061CC6-2F06-C218-E0A5-A1B2888E8084}"/>
              </a:ext>
            </a:extLst>
          </p:cNvPr>
          <p:cNvSpPr/>
          <p:nvPr/>
        </p:nvSpPr>
        <p:spPr>
          <a:xfrm>
            <a:off x="5687540" y="2955623"/>
            <a:ext cx="352748" cy="352748"/>
          </a:xfrm>
          <a:prstGeom prst="ellipse">
            <a:avLst/>
          </a:prstGeom>
          <a:solidFill>
            <a:schemeClr val="lt1"/>
          </a:solidFill>
          <a:ln w="127000" cap="flat" cmpd="sng">
            <a:solidFill>
              <a:srgbClr val="1082C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5" b="1">
                <a:solidFill>
                  <a:srgbClr val="09165C"/>
                </a:solidFill>
                <a:latin typeface="Figtree"/>
                <a:ea typeface="Figtree"/>
                <a:cs typeface="Figtree"/>
                <a:sym typeface="Figtree"/>
              </a:rPr>
              <a:t>3</a:t>
            </a:r>
            <a:endParaRPr/>
          </a:p>
        </p:txBody>
      </p:sp>
      <p:sp>
        <p:nvSpPr>
          <p:cNvPr id="584" name="Google Shape;584;p44">
            <a:extLst>
              <a:ext uri="{FF2B5EF4-FFF2-40B4-BE49-F238E27FC236}">
                <a16:creationId xmlns:a16="http://schemas.microsoft.com/office/drawing/2014/main" id="{184563E2-9C09-D65E-8646-34788D96F4E7}"/>
              </a:ext>
            </a:extLst>
          </p:cNvPr>
          <p:cNvSpPr/>
          <p:nvPr/>
        </p:nvSpPr>
        <p:spPr>
          <a:xfrm>
            <a:off x="7749535" y="2955623"/>
            <a:ext cx="352748" cy="352748"/>
          </a:xfrm>
          <a:prstGeom prst="ellipse">
            <a:avLst/>
          </a:prstGeom>
          <a:solidFill>
            <a:schemeClr val="lt1"/>
          </a:solidFill>
          <a:ln w="127000" cap="flat" cmpd="sng">
            <a:solidFill>
              <a:srgbClr val="09165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5" b="1">
                <a:solidFill>
                  <a:srgbClr val="09165C"/>
                </a:solidFill>
                <a:latin typeface="Figtree"/>
                <a:ea typeface="Figtree"/>
                <a:cs typeface="Figtree"/>
                <a:sym typeface="Figtree"/>
              </a:rPr>
              <a:t>4</a:t>
            </a:r>
            <a:endParaRPr/>
          </a:p>
        </p:txBody>
      </p:sp>
      <p:sp>
        <p:nvSpPr>
          <p:cNvPr id="585" name="Google Shape;585;p44">
            <a:extLst>
              <a:ext uri="{FF2B5EF4-FFF2-40B4-BE49-F238E27FC236}">
                <a16:creationId xmlns:a16="http://schemas.microsoft.com/office/drawing/2014/main" id="{78E3B462-A1AD-A35E-1178-CCF7E4AEA37F}"/>
              </a:ext>
            </a:extLst>
          </p:cNvPr>
          <p:cNvSpPr/>
          <p:nvPr/>
        </p:nvSpPr>
        <p:spPr>
          <a:xfrm>
            <a:off x="9811532" y="2955623"/>
            <a:ext cx="352748" cy="352748"/>
          </a:xfrm>
          <a:prstGeom prst="ellipse">
            <a:avLst/>
          </a:prstGeom>
          <a:solidFill>
            <a:schemeClr val="lt1"/>
          </a:solidFill>
          <a:ln w="127000" cap="flat" cmpd="sng">
            <a:solidFill>
              <a:srgbClr val="1082C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5" b="1">
                <a:solidFill>
                  <a:srgbClr val="09165C"/>
                </a:solidFill>
                <a:latin typeface="Figtree"/>
                <a:ea typeface="Figtree"/>
                <a:cs typeface="Figtree"/>
                <a:sym typeface="Figtree"/>
              </a:rPr>
              <a:t>5</a:t>
            </a:r>
            <a:endParaRPr/>
          </a:p>
        </p:txBody>
      </p:sp>
      <p:sp>
        <p:nvSpPr>
          <p:cNvPr id="572" name="Google Shape;572;p44">
            <a:extLst>
              <a:ext uri="{FF2B5EF4-FFF2-40B4-BE49-F238E27FC236}">
                <a16:creationId xmlns:a16="http://schemas.microsoft.com/office/drawing/2014/main" id="{24DA1EDF-4E94-008F-82A9-F3A33B317286}"/>
              </a:ext>
            </a:extLst>
          </p:cNvPr>
          <p:cNvSpPr/>
          <p:nvPr/>
        </p:nvSpPr>
        <p:spPr>
          <a:xfrm>
            <a:off x="1232257" y="3681639"/>
            <a:ext cx="1015331" cy="1015331"/>
          </a:xfrm>
          <a:prstGeom prst="ellipse">
            <a:avLst/>
          </a:prstGeom>
          <a:solidFill>
            <a:schemeClr val="lt1"/>
          </a:solidFill>
          <a:ln w="127000" cap="flat" cmpd="sng">
            <a:solidFill>
              <a:srgbClr val="1082C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6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44">
            <a:extLst>
              <a:ext uri="{FF2B5EF4-FFF2-40B4-BE49-F238E27FC236}">
                <a16:creationId xmlns:a16="http://schemas.microsoft.com/office/drawing/2014/main" id="{0A21149B-CAA0-A53C-DB94-444F2B6CED95}"/>
              </a:ext>
            </a:extLst>
          </p:cNvPr>
          <p:cNvSpPr/>
          <p:nvPr/>
        </p:nvSpPr>
        <p:spPr>
          <a:xfrm>
            <a:off x="3354092" y="1504248"/>
            <a:ext cx="1015331" cy="1015331"/>
          </a:xfrm>
          <a:prstGeom prst="ellipse">
            <a:avLst/>
          </a:prstGeom>
          <a:solidFill>
            <a:schemeClr val="lt1"/>
          </a:solidFill>
          <a:ln w="127000" cap="flat" cmpd="sng">
            <a:solidFill>
              <a:srgbClr val="09165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6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44">
            <a:extLst>
              <a:ext uri="{FF2B5EF4-FFF2-40B4-BE49-F238E27FC236}">
                <a16:creationId xmlns:a16="http://schemas.microsoft.com/office/drawing/2014/main" id="{14CFEA37-D3EE-C32C-2CD5-D368A9DC2E99}"/>
              </a:ext>
            </a:extLst>
          </p:cNvPr>
          <p:cNvSpPr/>
          <p:nvPr/>
        </p:nvSpPr>
        <p:spPr>
          <a:xfrm>
            <a:off x="5356249" y="3681639"/>
            <a:ext cx="1015331" cy="1015331"/>
          </a:xfrm>
          <a:prstGeom prst="ellipse">
            <a:avLst/>
          </a:prstGeom>
          <a:solidFill>
            <a:schemeClr val="lt1"/>
          </a:solidFill>
          <a:ln w="127000" cap="flat" cmpd="sng">
            <a:solidFill>
              <a:srgbClr val="1082C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6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44">
            <a:extLst>
              <a:ext uri="{FF2B5EF4-FFF2-40B4-BE49-F238E27FC236}">
                <a16:creationId xmlns:a16="http://schemas.microsoft.com/office/drawing/2014/main" id="{5E827970-2895-82DB-2A99-B4D36F55C7C5}"/>
              </a:ext>
            </a:extLst>
          </p:cNvPr>
          <p:cNvSpPr/>
          <p:nvPr/>
        </p:nvSpPr>
        <p:spPr>
          <a:xfrm>
            <a:off x="9480241" y="3681639"/>
            <a:ext cx="1015331" cy="1015331"/>
          </a:xfrm>
          <a:prstGeom prst="ellipse">
            <a:avLst/>
          </a:prstGeom>
          <a:solidFill>
            <a:schemeClr val="lt1"/>
          </a:solidFill>
          <a:ln w="127000" cap="flat" cmpd="sng">
            <a:solidFill>
              <a:srgbClr val="1082C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6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44">
            <a:extLst>
              <a:ext uri="{FF2B5EF4-FFF2-40B4-BE49-F238E27FC236}">
                <a16:creationId xmlns:a16="http://schemas.microsoft.com/office/drawing/2014/main" id="{2C4C9DD0-13E7-BF2E-54CA-0EBA68CDCC8A}"/>
              </a:ext>
            </a:extLst>
          </p:cNvPr>
          <p:cNvSpPr/>
          <p:nvPr/>
        </p:nvSpPr>
        <p:spPr>
          <a:xfrm>
            <a:off x="7418244" y="1567024"/>
            <a:ext cx="1015331" cy="1015331"/>
          </a:xfrm>
          <a:prstGeom prst="ellipse">
            <a:avLst/>
          </a:prstGeom>
          <a:solidFill>
            <a:schemeClr val="lt1"/>
          </a:solidFill>
          <a:ln w="127000" cap="flat" cmpd="sng">
            <a:solidFill>
              <a:srgbClr val="09165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6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44">
            <a:extLst>
              <a:ext uri="{FF2B5EF4-FFF2-40B4-BE49-F238E27FC236}">
                <a16:creationId xmlns:a16="http://schemas.microsoft.com/office/drawing/2014/main" id="{734C5305-BA04-C42C-BAB5-DEE3043A2077}"/>
              </a:ext>
            </a:extLst>
          </p:cNvPr>
          <p:cNvSpPr txBox="1"/>
          <p:nvPr/>
        </p:nvSpPr>
        <p:spPr>
          <a:xfrm>
            <a:off x="232097" y="314566"/>
            <a:ext cx="10729987" cy="554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09165C"/>
                </a:solidFill>
                <a:latin typeface="Figtree"/>
                <a:ea typeface="Figtree"/>
                <a:cs typeface="Figtree"/>
                <a:sym typeface="Figtree"/>
              </a:rPr>
              <a:t>Product Road Map 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44">
            <a:extLst>
              <a:ext uri="{FF2B5EF4-FFF2-40B4-BE49-F238E27FC236}">
                <a16:creationId xmlns:a16="http://schemas.microsoft.com/office/drawing/2014/main" id="{C73A51CE-4569-8745-2CA8-FC1933005E22}"/>
              </a:ext>
            </a:extLst>
          </p:cNvPr>
          <p:cNvSpPr txBox="1"/>
          <p:nvPr/>
        </p:nvSpPr>
        <p:spPr>
          <a:xfrm>
            <a:off x="2775729" y="3519707"/>
            <a:ext cx="2161494" cy="72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42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96" b="1">
                <a:solidFill>
                  <a:srgbClr val="09165C"/>
                </a:solidFill>
                <a:latin typeface="Figtree"/>
                <a:ea typeface="Figtree"/>
                <a:cs typeface="Figtree"/>
                <a:sym typeface="Figtree"/>
              </a:rPr>
              <a:t>Lands-Property </a:t>
            </a:r>
            <a:endParaRPr/>
          </a:p>
          <a:p>
            <a:pPr marL="0" marR="0" lvl="0" indent="0" algn="ctr" rtl="0">
              <a:lnSpc>
                <a:spcPct val="1142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96" b="1">
                <a:solidFill>
                  <a:srgbClr val="09165C"/>
                </a:solidFill>
                <a:latin typeface="Figtree"/>
                <a:ea typeface="Figtree"/>
                <a:cs typeface="Figtree"/>
                <a:sym typeface="Figtree"/>
              </a:rPr>
              <a:t>Transactions  </a:t>
            </a:r>
            <a:endParaRPr sz="1396" b="1">
              <a:solidFill>
                <a:srgbClr val="09165C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marR="0" lvl="0" indent="0" algn="ctr" rtl="0">
              <a:lnSpc>
                <a:spcPct val="14283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6" b="1">
              <a:solidFill>
                <a:srgbClr val="09165C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592" name="Google Shape;592;p44">
            <a:extLst>
              <a:ext uri="{FF2B5EF4-FFF2-40B4-BE49-F238E27FC236}">
                <a16:creationId xmlns:a16="http://schemas.microsoft.com/office/drawing/2014/main" id="{295FFA4E-0FB2-6E85-BE3C-8B978CE533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80986" y="3912652"/>
            <a:ext cx="538684" cy="538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44">
            <a:extLst>
              <a:ext uri="{FF2B5EF4-FFF2-40B4-BE49-F238E27FC236}">
                <a16:creationId xmlns:a16="http://schemas.microsoft.com/office/drawing/2014/main" id="{51DA2F6F-77BE-242C-10B3-34F85EF01FE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83519" y="1684905"/>
            <a:ext cx="556476" cy="556476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44">
            <a:extLst>
              <a:ext uri="{FF2B5EF4-FFF2-40B4-BE49-F238E27FC236}">
                <a16:creationId xmlns:a16="http://schemas.microsoft.com/office/drawing/2014/main" id="{7F1298CB-52B4-C6FF-3DD6-A2E10A6A75B3}"/>
              </a:ext>
            </a:extLst>
          </p:cNvPr>
          <p:cNvSpPr txBox="1"/>
          <p:nvPr/>
        </p:nvSpPr>
        <p:spPr>
          <a:xfrm>
            <a:off x="601005" y="4882948"/>
            <a:ext cx="2161493" cy="493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28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96" b="1">
                <a:solidFill>
                  <a:srgbClr val="09165C"/>
                </a:solidFill>
                <a:latin typeface="Figtree"/>
                <a:ea typeface="Figtree"/>
                <a:cs typeface="Figtree"/>
                <a:sym typeface="Figtree"/>
              </a:rPr>
              <a:t>Vehicle Ownership Transactions </a:t>
            </a:r>
            <a:endParaRPr/>
          </a:p>
        </p:txBody>
      </p:sp>
      <p:sp>
        <p:nvSpPr>
          <p:cNvPr id="595" name="Google Shape;595;p44">
            <a:extLst>
              <a:ext uri="{FF2B5EF4-FFF2-40B4-BE49-F238E27FC236}">
                <a16:creationId xmlns:a16="http://schemas.microsoft.com/office/drawing/2014/main" id="{E8BACDB3-F011-B632-47D6-87A2C49B0123}"/>
              </a:ext>
            </a:extLst>
          </p:cNvPr>
          <p:cNvSpPr txBox="1"/>
          <p:nvPr/>
        </p:nvSpPr>
        <p:spPr>
          <a:xfrm>
            <a:off x="4754081" y="4799125"/>
            <a:ext cx="2161493" cy="1006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28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96" b="1">
                <a:solidFill>
                  <a:srgbClr val="09165C"/>
                </a:solidFill>
                <a:latin typeface="Figtree"/>
                <a:ea typeface="Figtree"/>
                <a:cs typeface="Figtree"/>
                <a:sym typeface="Figtree"/>
              </a:rPr>
              <a:t>Online Marketplace </a:t>
            </a:r>
            <a:endParaRPr/>
          </a:p>
          <a:p>
            <a:pPr marL="0" marR="0" lvl="0" indent="0" algn="ctr" rtl="0">
              <a:lnSpc>
                <a:spcPct val="1428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96" b="1">
                <a:solidFill>
                  <a:srgbClr val="09165C"/>
                </a:solidFill>
                <a:latin typeface="Figtree"/>
                <a:ea typeface="Figtree"/>
                <a:cs typeface="Figtree"/>
                <a:sym typeface="Figtree"/>
              </a:rPr>
              <a:t>Transactions </a:t>
            </a:r>
            <a:endParaRPr/>
          </a:p>
          <a:p>
            <a:pPr marL="0" marR="0" lvl="0" indent="0" algn="ctr" rtl="0">
              <a:lnSpc>
                <a:spcPct val="1428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96" b="1">
                <a:solidFill>
                  <a:srgbClr val="09165C"/>
                </a:solidFill>
                <a:latin typeface="Figtree"/>
                <a:ea typeface="Figtree"/>
                <a:cs typeface="Figtree"/>
                <a:sym typeface="Figtree"/>
              </a:rPr>
              <a:t>C2C </a:t>
            </a:r>
            <a:endParaRPr/>
          </a:p>
          <a:p>
            <a:pPr marL="0" marR="0" lvl="0" indent="0" algn="ctr" rtl="0">
              <a:lnSpc>
                <a:spcPct val="1428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96" b="1">
                <a:solidFill>
                  <a:srgbClr val="09165C"/>
                </a:solidFill>
                <a:latin typeface="Figtree"/>
                <a:ea typeface="Figtree"/>
                <a:cs typeface="Figtree"/>
                <a:sym typeface="Figtree"/>
              </a:rPr>
              <a:t>B2C</a:t>
            </a:r>
            <a:endParaRPr/>
          </a:p>
        </p:txBody>
      </p:sp>
      <p:grpSp>
        <p:nvGrpSpPr>
          <p:cNvPr id="596" name="Google Shape;596;p44">
            <a:extLst>
              <a:ext uri="{FF2B5EF4-FFF2-40B4-BE49-F238E27FC236}">
                <a16:creationId xmlns:a16="http://schemas.microsoft.com/office/drawing/2014/main" id="{6440DF25-A6DC-73C6-EF3B-0F602E13C403}"/>
              </a:ext>
            </a:extLst>
          </p:cNvPr>
          <p:cNvGrpSpPr/>
          <p:nvPr/>
        </p:nvGrpSpPr>
        <p:grpSpPr>
          <a:xfrm>
            <a:off x="382001" y="6348167"/>
            <a:ext cx="278060" cy="316428"/>
            <a:chOff x="629904" y="10452384"/>
            <a:chExt cx="458510" cy="521777"/>
          </a:xfrm>
        </p:grpSpPr>
        <p:sp>
          <p:nvSpPr>
            <p:cNvPr id="597" name="Google Shape;597;p44">
              <a:extLst>
                <a:ext uri="{FF2B5EF4-FFF2-40B4-BE49-F238E27FC236}">
                  <a16:creationId xmlns:a16="http://schemas.microsoft.com/office/drawing/2014/main" id="{D9D6F7E2-7674-5EBB-12A2-19F2D01AE486}"/>
                </a:ext>
              </a:extLst>
            </p:cNvPr>
            <p:cNvSpPr/>
            <p:nvPr/>
          </p:nvSpPr>
          <p:spPr>
            <a:xfrm>
              <a:off x="876960" y="10452384"/>
              <a:ext cx="211454" cy="412115"/>
            </a:xfrm>
            <a:custGeom>
              <a:avLst/>
              <a:gdLst/>
              <a:ahLst/>
              <a:cxnLst/>
              <a:rect l="l" t="t" r="r" b="b"/>
              <a:pathLst>
                <a:path w="211455" h="412115" extrusionOk="0">
                  <a:moveTo>
                    <a:pt x="179305" y="0"/>
                  </a:moveTo>
                  <a:lnTo>
                    <a:pt x="0" y="0"/>
                  </a:lnTo>
                  <a:lnTo>
                    <a:pt x="0" y="63896"/>
                  </a:lnTo>
                  <a:lnTo>
                    <a:pt x="102027" y="63896"/>
                  </a:lnTo>
                  <a:lnTo>
                    <a:pt x="0" y="165734"/>
                  </a:lnTo>
                  <a:lnTo>
                    <a:pt x="0" y="411773"/>
                  </a:lnTo>
                  <a:lnTo>
                    <a:pt x="19203" y="399886"/>
                  </a:lnTo>
                  <a:lnTo>
                    <a:pt x="36260" y="387846"/>
                  </a:lnTo>
                  <a:lnTo>
                    <a:pt x="51292" y="375764"/>
                  </a:lnTo>
                  <a:lnTo>
                    <a:pt x="64420" y="363747"/>
                  </a:lnTo>
                  <a:lnTo>
                    <a:pt x="64420" y="191709"/>
                  </a:lnTo>
                  <a:lnTo>
                    <a:pt x="147222" y="109065"/>
                  </a:lnTo>
                  <a:lnTo>
                    <a:pt x="147222" y="210306"/>
                  </a:lnTo>
                  <a:lnTo>
                    <a:pt x="211119" y="210306"/>
                  </a:lnTo>
                  <a:lnTo>
                    <a:pt x="211119" y="31814"/>
                  </a:lnTo>
                  <a:lnTo>
                    <a:pt x="208618" y="19428"/>
                  </a:lnTo>
                  <a:lnTo>
                    <a:pt x="201800" y="9316"/>
                  </a:lnTo>
                  <a:lnTo>
                    <a:pt x="191687" y="2499"/>
                  </a:lnTo>
                  <a:lnTo>
                    <a:pt x="179305" y="0"/>
                  </a:lnTo>
                  <a:close/>
                </a:path>
              </a:pathLst>
            </a:custGeom>
            <a:solidFill>
              <a:srgbClr val="00B3B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44">
              <a:extLst>
                <a:ext uri="{FF2B5EF4-FFF2-40B4-BE49-F238E27FC236}">
                  <a16:creationId xmlns:a16="http://schemas.microsoft.com/office/drawing/2014/main" id="{A70D5CC5-EFED-956C-7055-2CA2ECD9C4D4}"/>
                </a:ext>
              </a:extLst>
            </p:cNvPr>
            <p:cNvSpPr/>
            <p:nvPr/>
          </p:nvSpPr>
          <p:spPr>
            <a:xfrm>
              <a:off x="629904" y="10694126"/>
              <a:ext cx="458470" cy="280035"/>
            </a:xfrm>
            <a:custGeom>
              <a:avLst/>
              <a:gdLst/>
              <a:ahLst/>
              <a:cxnLst/>
              <a:rect l="l" t="t" r="r" b="b"/>
              <a:pathLst>
                <a:path w="458470" h="280034" extrusionOk="0">
                  <a:moveTo>
                    <a:pt x="458174" y="0"/>
                  </a:moveTo>
                  <a:lnTo>
                    <a:pt x="394185" y="0"/>
                  </a:lnTo>
                  <a:lnTo>
                    <a:pt x="394185" y="25195"/>
                  </a:lnTo>
                  <a:lnTo>
                    <a:pt x="392362" y="36907"/>
                  </a:lnTo>
                  <a:lnTo>
                    <a:pt x="368859" y="93248"/>
                  </a:lnTo>
                  <a:lnTo>
                    <a:pt x="339863" y="131168"/>
                  </a:lnTo>
                  <a:lnTo>
                    <a:pt x="294492" y="171113"/>
                  </a:lnTo>
                  <a:lnTo>
                    <a:pt x="229087" y="209730"/>
                  </a:lnTo>
                  <a:lnTo>
                    <a:pt x="163274" y="170818"/>
                  </a:lnTo>
                  <a:lnTo>
                    <a:pt x="117768" y="130593"/>
                  </a:lnTo>
                  <a:lnTo>
                    <a:pt x="88827" y="92494"/>
                  </a:lnTo>
                  <a:lnTo>
                    <a:pt x="65678" y="36425"/>
                  </a:lnTo>
                  <a:lnTo>
                    <a:pt x="63988" y="25333"/>
                  </a:lnTo>
                  <a:lnTo>
                    <a:pt x="63988" y="0"/>
                  </a:lnTo>
                  <a:lnTo>
                    <a:pt x="0" y="0"/>
                  </a:lnTo>
                  <a:lnTo>
                    <a:pt x="0" y="27266"/>
                  </a:lnTo>
                  <a:lnTo>
                    <a:pt x="804" y="35854"/>
                  </a:lnTo>
                  <a:lnTo>
                    <a:pt x="13538" y="83613"/>
                  </a:lnTo>
                  <a:lnTo>
                    <a:pt x="30000" y="118189"/>
                  </a:lnTo>
                  <a:lnTo>
                    <a:pt x="56215" y="156833"/>
                  </a:lnTo>
                  <a:lnTo>
                    <a:pt x="94449" y="197247"/>
                  </a:lnTo>
                  <a:lnTo>
                    <a:pt x="146968" y="237134"/>
                  </a:lnTo>
                  <a:lnTo>
                    <a:pt x="216040" y="274196"/>
                  </a:lnTo>
                  <a:lnTo>
                    <a:pt x="229087" y="280022"/>
                  </a:lnTo>
                  <a:lnTo>
                    <a:pt x="242133" y="274196"/>
                  </a:lnTo>
                  <a:lnTo>
                    <a:pt x="311205" y="237134"/>
                  </a:lnTo>
                  <a:lnTo>
                    <a:pt x="363724" y="197247"/>
                  </a:lnTo>
                  <a:lnTo>
                    <a:pt x="401958" y="156833"/>
                  </a:lnTo>
                  <a:lnTo>
                    <a:pt x="428173" y="118189"/>
                  </a:lnTo>
                  <a:lnTo>
                    <a:pt x="444636" y="83613"/>
                  </a:lnTo>
                  <a:lnTo>
                    <a:pt x="457369" y="35854"/>
                  </a:lnTo>
                  <a:lnTo>
                    <a:pt x="458174" y="27266"/>
                  </a:lnTo>
                  <a:lnTo>
                    <a:pt x="458174" y="0"/>
                  </a:lnTo>
                  <a:close/>
                </a:path>
              </a:pathLst>
            </a:custGeom>
            <a:solidFill>
              <a:srgbClr val="08155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44">
              <a:extLst>
                <a:ext uri="{FF2B5EF4-FFF2-40B4-BE49-F238E27FC236}">
                  <a16:creationId xmlns:a16="http://schemas.microsoft.com/office/drawing/2014/main" id="{E38412EF-9F7D-B4D7-45DF-9CF7BD4D32CB}"/>
                </a:ext>
              </a:extLst>
            </p:cNvPr>
            <p:cNvSpPr/>
            <p:nvPr/>
          </p:nvSpPr>
          <p:spPr>
            <a:xfrm>
              <a:off x="629904" y="10452384"/>
              <a:ext cx="211454" cy="412115"/>
            </a:xfrm>
            <a:custGeom>
              <a:avLst/>
              <a:gdLst/>
              <a:ahLst/>
              <a:cxnLst/>
              <a:rect l="l" t="t" r="r" b="b"/>
              <a:pathLst>
                <a:path w="211455" h="412115" extrusionOk="0">
                  <a:moveTo>
                    <a:pt x="211348" y="0"/>
                  </a:moveTo>
                  <a:lnTo>
                    <a:pt x="31814" y="0"/>
                  </a:lnTo>
                  <a:lnTo>
                    <a:pt x="19431" y="2499"/>
                  </a:lnTo>
                  <a:lnTo>
                    <a:pt x="9318" y="9316"/>
                  </a:lnTo>
                  <a:lnTo>
                    <a:pt x="2500" y="19428"/>
                  </a:lnTo>
                  <a:lnTo>
                    <a:pt x="0" y="31814"/>
                  </a:lnTo>
                  <a:lnTo>
                    <a:pt x="0" y="210306"/>
                  </a:lnTo>
                  <a:lnTo>
                    <a:pt x="63896" y="210306"/>
                  </a:lnTo>
                  <a:lnTo>
                    <a:pt x="63896" y="109065"/>
                  </a:lnTo>
                  <a:lnTo>
                    <a:pt x="146921" y="191932"/>
                  </a:lnTo>
                  <a:lnTo>
                    <a:pt x="146921" y="364121"/>
                  </a:lnTo>
                  <a:lnTo>
                    <a:pt x="192154" y="400076"/>
                  </a:lnTo>
                  <a:lnTo>
                    <a:pt x="211348" y="411911"/>
                  </a:lnTo>
                  <a:lnTo>
                    <a:pt x="211348" y="165957"/>
                  </a:lnTo>
                  <a:lnTo>
                    <a:pt x="109091" y="63896"/>
                  </a:lnTo>
                  <a:lnTo>
                    <a:pt x="211348" y="63896"/>
                  </a:lnTo>
                  <a:lnTo>
                    <a:pt x="211348" y="0"/>
                  </a:lnTo>
                  <a:close/>
                </a:path>
              </a:pathLst>
            </a:custGeom>
            <a:solidFill>
              <a:srgbClr val="007A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00" name="Google Shape;600;p44">
            <a:extLst>
              <a:ext uri="{FF2B5EF4-FFF2-40B4-BE49-F238E27FC236}">
                <a16:creationId xmlns:a16="http://schemas.microsoft.com/office/drawing/2014/main" id="{3E9DAD6A-28FB-F8E5-F403-813DDC6C384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47505" y="6385223"/>
            <a:ext cx="662421" cy="242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44">
            <a:extLst>
              <a:ext uri="{FF2B5EF4-FFF2-40B4-BE49-F238E27FC236}">
                <a16:creationId xmlns:a16="http://schemas.microsoft.com/office/drawing/2014/main" id="{6FEC7330-C723-D39D-EA42-20D92A06448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47016" y="1839242"/>
            <a:ext cx="557784" cy="557784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44">
            <a:extLst>
              <a:ext uri="{FF2B5EF4-FFF2-40B4-BE49-F238E27FC236}">
                <a16:creationId xmlns:a16="http://schemas.microsoft.com/office/drawing/2014/main" id="{E4EF0F5F-8F1B-44FF-5DAC-EAC64C1193EF}"/>
              </a:ext>
            </a:extLst>
          </p:cNvPr>
          <p:cNvSpPr txBox="1"/>
          <p:nvPr/>
        </p:nvSpPr>
        <p:spPr>
          <a:xfrm>
            <a:off x="6887480" y="3454443"/>
            <a:ext cx="2161494" cy="47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42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96" b="1">
                <a:solidFill>
                  <a:srgbClr val="09165C"/>
                </a:solidFill>
                <a:latin typeface="Figtree"/>
                <a:ea typeface="Figtree"/>
                <a:cs typeface="Figtree"/>
                <a:sym typeface="Figtree"/>
              </a:rPr>
              <a:t>Domestic Trade Transactions  </a:t>
            </a:r>
            <a:endParaRPr sz="1396" b="1">
              <a:solidFill>
                <a:srgbClr val="09165C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603" name="Google Shape;603;p44" descr="Classified advertising Computer Icons Backpage Internet, text, service png  | PNGEgg">
            <a:extLst>
              <a:ext uri="{FF2B5EF4-FFF2-40B4-BE49-F238E27FC236}">
                <a16:creationId xmlns:a16="http://schemas.microsoft.com/office/drawing/2014/main" id="{3546FA49-C229-A4D3-5133-186B5CF4D82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34191" y="3783795"/>
            <a:ext cx="859446" cy="796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44">
            <a:extLst>
              <a:ext uri="{FF2B5EF4-FFF2-40B4-BE49-F238E27FC236}">
                <a16:creationId xmlns:a16="http://schemas.microsoft.com/office/drawing/2014/main" id="{A8451146-255F-33B9-DF1D-5C01A84EE72D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72892" y="3923251"/>
            <a:ext cx="630027" cy="557784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44">
            <a:extLst>
              <a:ext uri="{FF2B5EF4-FFF2-40B4-BE49-F238E27FC236}">
                <a16:creationId xmlns:a16="http://schemas.microsoft.com/office/drawing/2014/main" id="{8698ADD2-A461-C043-65EA-484784C5265E}"/>
              </a:ext>
            </a:extLst>
          </p:cNvPr>
          <p:cNvSpPr txBox="1"/>
          <p:nvPr/>
        </p:nvSpPr>
        <p:spPr>
          <a:xfrm>
            <a:off x="8907158" y="4862464"/>
            <a:ext cx="2161494" cy="228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42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96" b="1">
                <a:solidFill>
                  <a:srgbClr val="09165C"/>
                </a:solidFill>
                <a:latin typeface="Figtree"/>
                <a:ea typeface="Figtree"/>
                <a:cs typeface="Figtree"/>
                <a:sym typeface="Figtree"/>
              </a:rPr>
              <a:t>Digital Assets </a:t>
            </a:r>
            <a:endParaRPr sz="1396" b="1">
              <a:solidFill>
                <a:srgbClr val="09165C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  <p:extLst>
      <p:ext uri="{BB962C8B-B14F-4D97-AF65-F5344CB8AC3E}">
        <p14:creationId xmlns:p14="http://schemas.microsoft.com/office/powerpoint/2010/main" val="900654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6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5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5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1" grpId="0" animBg="1"/>
      <p:bldP spid="582" grpId="0" animBg="1"/>
      <p:bldP spid="583" grpId="0" animBg="1"/>
      <p:bldP spid="584" grpId="0" animBg="1"/>
      <p:bldP spid="585" grpId="0" animBg="1"/>
      <p:bldP spid="572" grpId="0" animBg="1"/>
      <p:bldP spid="586" grpId="0" animBg="1"/>
      <p:bldP spid="587" grpId="0" animBg="1"/>
      <p:bldP spid="588" grpId="0" animBg="1"/>
      <p:bldP spid="589" grpId="0" animBg="1"/>
      <p:bldP spid="591" grpId="0"/>
      <p:bldP spid="594" grpId="0"/>
      <p:bldP spid="595" grpId="0"/>
      <p:bldP spid="602" grpId="0"/>
      <p:bldP spid="60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55"/>
          <p:cNvSpPr txBox="1"/>
          <p:nvPr/>
        </p:nvSpPr>
        <p:spPr>
          <a:xfrm>
            <a:off x="-850266" y="0"/>
            <a:ext cx="6260466" cy="78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>
                <a:solidFill>
                  <a:srgbClr val="09165C"/>
                </a:solidFill>
                <a:latin typeface="Figtree"/>
                <a:ea typeface="Figtree"/>
                <a:cs typeface="Figtree"/>
                <a:sym typeface="Figtree"/>
              </a:rPr>
              <a:t>Executive Team</a:t>
            </a:r>
            <a:r>
              <a:rPr lang="en-US" sz="3578" b="1">
                <a:solidFill>
                  <a:srgbClr val="09165C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endParaRPr/>
          </a:p>
        </p:txBody>
      </p:sp>
      <p:grpSp>
        <p:nvGrpSpPr>
          <p:cNvPr id="956" name="Google Shape;956;p55"/>
          <p:cNvGrpSpPr/>
          <p:nvPr/>
        </p:nvGrpSpPr>
        <p:grpSpPr>
          <a:xfrm>
            <a:off x="382001" y="6348167"/>
            <a:ext cx="278060" cy="316428"/>
            <a:chOff x="629904" y="10452384"/>
            <a:chExt cx="458510" cy="521777"/>
          </a:xfrm>
        </p:grpSpPr>
        <p:sp>
          <p:nvSpPr>
            <p:cNvPr id="957" name="Google Shape;957;p55"/>
            <p:cNvSpPr/>
            <p:nvPr/>
          </p:nvSpPr>
          <p:spPr>
            <a:xfrm>
              <a:off x="876960" y="10452384"/>
              <a:ext cx="211454" cy="412115"/>
            </a:xfrm>
            <a:custGeom>
              <a:avLst/>
              <a:gdLst/>
              <a:ahLst/>
              <a:cxnLst/>
              <a:rect l="l" t="t" r="r" b="b"/>
              <a:pathLst>
                <a:path w="211455" h="412115" extrusionOk="0">
                  <a:moveTo>
                    <a:pt x="179305" y="0"/>
                  </a:moveTo>
                  <a:lnTo>
                    <a:pt x="0" y="0"/>
                  </a:lnTo>
                  <a:lnTo>
                    <a:pt x="0" y="63896"/>
                  </a:lnTo>
                  <a:lnTo>
                    <a:pt x="102027" y="63896"/>
                  </a:lnTo>
                  <a:lnTo>
                    <a:pt x="0" y="165734"/>
                  </a:lnTo>
                  <a:lnTo>
                    <a:pt x="0" y="411773"/>
                  </a:lnTo>
                  <a:lnTo>
                    <a:pt x="19203" y="399886"/>
                  </a:lnTo>
                  <a:lnTo>
                    <a:pt x="36260" y="387846"/>
                  </a:lnTo>
                  <a:lnTo>
                    <a:pt x="51292" y="375764"/>
                  </a:lnTo>
                  <a:lnTo>
                    <a:pt x="64420" y="363747"/>
                  </a:lnTo>
                  <a:lnTo>
                    <a:pt x="64420" y="191709"/>
                  </a:lnTo>
                  <a:lnTo>
                    <a:pt x="147222" y="109065"/>
                  </a:lnTo>
                  <a:lnTo>
                    <a:pt x="147222" y="210306"/>
                  </a:lnTo>
                  <a:lnTo>
                    <a:pt x="211119" y="210306"/>
                  </a:lnTo>
                  <a:lnTo>
                    <a:pt x="211119" y="31814"/>
                  </a:lnTo>
                  <a:lnTo>
                    <a:pt x="208618" y="19428"/>
                  </a:lnTo>
                  <a:lnTo>
                    <a:pt x="201800" y="9316"/>
                  </a:lnTo>
                  <a:lnTo>
                    <a:pt x="191687" y="2499"/>
                  </a:lnTo>
                  <a:lnTo>
                    <a:pt x="179305" y="0"/>
                  </a:lnTo>
                  <a:close/>
                </a:path>
              </a:pathLst>
            </a:custGeom>
            <a:solidFill>
              <a:srgbClr val="00B3B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55"/>
            <p:cNvSpPr/>
            <p:nvPr/>
          </p:nvSpPr>
          <p:spPr>
            <a:xfrm>
              <a:off x="629904" y="10694126"/>
              <a:ext cx="458470" cy="280035"/>
            </a:xfrm>
            <a:custGeom>
              <a:avLst/>
              <a:gdLst/>
              <a:ahLst/>
              <a:cxnLst/>
              <a:rect l="l" t="t" r="r" b="b"/>
              <a:pathLst>
                <a:path w="458470" h="280034" extrusionOk="0">
                  <a:moveTo>
                    <a:pt x="458174" y="0"/>
                  </a:moveTo>
                  <a:lnTo>
                    <a:pt x="394185" y="0"/>
                  </a:lnTo>
                  <a:lnTo>
                    <a:pt x="394185" y="25195"/>
                  </a:lnTo>
                  <a:lnTo>
                    <a:pt x="392362" y="36907"/>
                  </a:lnTo>
                  <a:lnTo>
                    <a:pt x="368859" y="93248"/>
                  </a:lnTo>
                  <a:lnTo>
                    <a:pt x="339863" y="131168"/>
                  </a:lnTo>
                  <a:lnTo>
                    <a:pt x="294492" y="171113"/>
                  </a:lnTo>
                  <a:lnTo>
                    <a:pt x="229087" y="209730"/>
                  </a:lnTo>
                  <a:lnTo>
                    <a:pt x="163274" y="170818"/>
                  </a:lnTo>
                  <a:lnTo>
                    <a:pt x="117768" y="130593"/>
                  </a:lnTo>
                  <a:lnTo>
                    <a:pt x="88827" y="92494"/>
                  </a:lnTo>
                  <a:lnTo>
                    <a:pt x="65678" y="36425"/>
                  </a:lnTo>
                  <a:lnTo>
                    <a:pt x="63988" y="25333"/>
                  </a:lnTo>
                  <a:lnTo>
                    <a:pt x="63988" y="0"/>
                  </a:lnTo>
                  <a:lnTo>
                    <a:pt x="0" y="0"/>
                  </a:lnTo>
                  <a:lnTo>
                    <a:pt x="0" y="27266"/>
                  </a:lnTo>
                  <a:lnTo>
                    <a:pt x="804" y="35854"/>
                  </a:lnTo>
                  <a:lnTo>
                    <a:pt x="13538" y="83613"/>
                  </a:lnTo>
                  <a:lnTo>
                    <a:pt x="30000" y="118189"/>
                  </a:lnTo>
                  <a:lnTo>
                    <a:pt x="56215" y="156833"/>
                  </a:lnTo>
                  <a:lnTo>
                    <a:pt x="94449" y="197247"/>
                  </a:lnTo>
                  <a:lnTo>
                    <a:pt x="146968" y="237134"/>
                  </a:lnTo>
                  <a:lnTo>
                    <a:pt x="216040" y="274196"/>
                  </a:lnTo>
                  <a:lnTo>
                    <a:pt x="229087" y="280022"/>
                  </a:lnTo>
                  <a:lnTo>
                    <a:pt x="242133" y="274196"/>
                  </a:lnTo>
                  <a:lnTo>
                    <a:pt x="311205" y="237134"/>
                  </a:lnTo>
                  <a:lnTo>
                    <a:pt x="363724" y="197247"/>
                  </a:lnTo>
                  <a:lnTo>
                    <a:pt x="401958" y="156833"/>
                  </a:lnTo>
                  <a:lnTo>
                    <a:pt x="428173" y="118189"/>
                  </a:lnTo>
                  <a:lnTo>
                    <a:pt x="444636" y="83613"/>
                  </a:lnTo>
                  <a:lnTo>
                    <a:pt x="457369" y="35854"/>
                  </a:lnTo>
                  <a:lnTo>
                    <a:pt x="458174" y="27266"/>
                  </a:lnTo>
                  <a:lnTo>
                    <a:pt x="458174" y="0"/>
                  </a:lnTo>
                  <a:close/>
                </a:path>
              </a:pathLst>
            </a:custGeom>
            <a:solidFill>
              <a:srgbClr val="08155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55"/>
            <p:cNvSpPr/>
            <p:nvPr/>
          </p:nvSpPr>
          <p:spPr>
            <a:xfrm>
              <a:off x="629904" y="10452384"/>
              <a:ext cx="211454" cy="412115"/>
            </a:xfrm>
            <a:custGeom>
              <a:avLst/>
              <a:gdLst/>
              <a:ahLst/>
              <a:cxnLst/>
              <a:rect l="l" t="t" r="r" b="b"/>
              <a:pathLst>
                <a:path w="211455" h="412115" extrusionOk="0">
                  <a:moveTo>
                    <a:pt x="211348" y="0"/>
                  </a:moveTo>
                  <a:lnTo>
                    <a:pt x="31814" y="0"/>
                  </a:lnTo>
                  <a:lnTo>
                    <a:pt x="19431" y="2499"/>
                  </a:lnTo>
                  <a:lnTo>
                    <a:pt x="9318" y="9316"/>
                  </a:lnTo>
                  <a:lnTo>
                    <a:pt x="2500" y="19428"/>
                  </a:lnTo>
                  <a:lnTo>
                    <a:pt x="0" y="31814"/>
                  </a:lnTo>
                  <a:lnTo>
                    <a:pt x="0" y="210306"/>
                  </a:lnTo>
                  <a:lnTo>
                    <a:pt x="63896" y="210306"/>
                  </a:lnTo>
                  <a:lnTo>
                    <a:pt x="63896" y="109065"/>
                  </a:lnTo>
                  <a:lnTo>
                    <a:pt x="146921" y="191932"/>
                  </a:lnTo>
                  <a:lnTo>
                    <a:pt x="146921" y="364121"/>
                  </a:lnTo>
                  <a:lnTo>
                    <a:pt x="192154" y="400076"/>
                  </a:lnTo>
                  <a:lnTo>
                    <a:pt x="211348" y="411911"/>
                  </a:lnTo>
                  <a:lnTo>
                    <a:pt x="211348" y="165957"/>
                  </a:lnTo>
                  <a:lnTo>
                    <a:pt x="109091" y="63896"/>
                  </a:lnTo>
                  <a:lnTo>
                    <a:pt x="211348" y="63896"/>
                  </a:lnTo>
                  <a:lnTo>
                    <a:pt x="211348" y="0"/>
                  </a:lnTo>
                  <a:close/>
                </a:path>
              </a:pathLst>
            </a:custGeom>
            <a:solidFill>
              <a:srgbClr val="007AC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60" name="Google Shape;960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47505" y="6385223"/>
            <a:ext cx="662421" cy="2423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2D915A91-8489-7B17-EBB6-79769ACBD8AE}"/>
              </a:ext>
            </a:extLst>
          </p:cNvPr>
          <p:cNvGrpSpPr/>
          <p:nvPr/>
        </p:nvGrpSpPr>
        <p:grpSpPr>
          <a:xfrm>
            <a:off x="1044495" y="785153"/>
            <a:ext cx="2807641" cy="5879442"/>
            <a:chOff x="5170362" y="681160"/>
            <a:chExt cx="2807641" cy="5879442"/>
          </a:xfrm>
        </p:grpSpPr>
        <p:sp>
          <p:nvSpPr>
            <p:cNvPr id="13" name="Google Shape;924;p55">
              <a:extLst>
                <a:ext uri="{FF2B5EF4-FFF2-40B4-BE49-F238E27FC236}">
                  <a16:creationId xmlns:a16="http://schemas.microsoft.com/office/drawing/2014/main" id="{3926AE03-DD2B-4D9F-C6CB-B37EA4B77428}"/>
                </a:ext>
              </a:extLst>
            </p:cNvPr>
            <p:cNvSpPr/>
            <p:nvPr/>
          </p:nvSpPr>
          <p:spPr>
            <a:xfrm>
              <a:off x="5170362" y="718346"/>
              <a:ext cx="2774825" cy="5842256"/>
            </a:xfrm>
            <a:prstGeom prst="roundRect">
              <a:avLst>
                <a:gd name="adj" fmla="val 12057"/>
              </a:avLst>
            </a:prstGeom>
            <a:solidFill>
              <a:srgbClr val="07155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40" name="Google Shape;940;p55"/>
            <p:cNvSpPr txBox="1"/>
            <p:nvPr/>
          </p:nvSpPr>
          <p:spPr>
            <a:xfrm>
              <a:off x="5697774" y="3317868"/>
              <a:ext cx="18297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b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1">
                  <a:solidFill>
                    <a:schemeClr val="bg1"/>
                  </a:solidFill>
                  <a:latin typeface="Figtree"/>
                  <a:ea typeface="Figtree"/>
                  <a:cs typeface="Figtree"/>
                  <a:sym typeface="Figtree"/>
                </a:rPr>
                <a:t>Founder - CEO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941" name="Google Shape;941;p55"/>
            <p:cNvSpPr txBox="1"/>
            <p:nvPr/>
          </p:nvSpPr>
          <p:spPr>
            <a:xfrm>
              <a:off x="5731663" y="3642159"/>
              <a:ext cx="1642200" cy="392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bg1"/>
                  </a:solidFill>
                  <a:latin typeface="Figtree"/>
                  <a:ea typeface="Figtree"/>
                  <a:cs typeface="Figtree"/>
                  <a:sym typeface="Figtree"/>
                </a:rPr>
                <a:t>Raed Al Dado</a:t>
              </a:r>
              <a:endParaRPr sz="1300">
                <a:solidFill>
                  <a:schemeClr val="bg1"/>
                </a:solidFill>
              </a:endParaRPr>
            </a:p>
          </p:txBody>
        </p:sp>
        <p:pic>
          <p:nvPicPr>
            <p:cNvPr id="12" name="Picture 11" descr="A person in a suit&#10;&#10;Description automatically generated">
              <a:extLst>
                <a:ext uri="{FF2B5EF4-FFF2-40B4-BE49-F238E27FC236}">
                  <a16:creationId xmlns:a16="http://schemas.microsoft.com/office/drawing/2014/main" id="{832DC2B6-B814-94AB-185B-E4970D4ED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31108" y="681160"/>
              <a:ext cx="1961944" cy="2615925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FF206B4-8763-3AF2-CEA6-1718D1F01E3A}"/>
                </a:ext>
              </a:extLst>
            </p:cNvPr>
            <p:cNvSpPr txBox="1"/>
            <p:nvPr/>
          </p:nvSpPr>
          <p:spPr>
            <a:xfrm>
              <a:off x="5172966" y="3981340"/>
              <a:ext cx="2805037" cy="20928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>
                  <a:solidFill>
                    <a:schemeClr val="bg1"/>
                  </a:solidFill>
                  <a:latin typeface="Figtree" pitchFamily="2" charset="0"/>
                </a:rPr>
                <a:t>Raed is a seasoned entrepreneur with over 14 years of experience across MENA markets, specializing in launching and leading successful ventures. He holds a bachelor's degree in accounting from the University of Jordan, which underpins his expertise in financial management and strategic leadership.</a:t>
              </a:r>
              <a:endParaRPr lang="en-JO" sz="1300">
                <a:solidFill>
                  <a:schemeClr val="bg1"/>
                </a:solidFill>
                <a:latin typeface="Figtree" pitchFamily="2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271E480-3697-23BA-0D0A-DFB98BE4FE6E}"/>
              </a:ext>
            </a:extLst>
          </p:cNvPr>
          <p:cNvGrpSpPr/>
          <p:nvPr/>
        </p:nvGrpSpPr>
        <p:grpSpPr>
          <a:xfrm>
            <a:off x="4754916" y="808099"/>
            <a:ext cx="2774825" cy="5842256"/>
            <a:chOff x="8372680" y="681160"/>
            <a:chExt cx="2774825" cy="5842256"/>
          </a:xfrm>
          <a:solidFill>
            <a:srgbClr val="01B3B9"/>
          </a:solidFill>
        </p:grpSpPr>
        <p:sp>
          <p:nvSpPr>
            <p:cNvPr id="11" name="Google Shape;924;p55">
              <a:extLst>
                <a:ext uri="{FF2B5EF4-FFF2-40B4-BE49-F238E27FC236}">
                  <a16:creationId xmlns:a16="http://schemas.microsoft.com/office/drawing/2014/main" id="{6F42CDE4-FED5-88ED-54C6-F59BB4D557D6}"/>
                </a:ext>
              </a:extLst>
            </p:cNvPr>
            <p:cNvSpPr/>
            <p:nvPr/>
          </p:nvSpPr>
          <p:spPr>
            <a:xfrm>
              <a:off x="8372680" y="681160"/>
              <a:ext cx="2774825" cy="5842256"/>
            </a:xfrm>
            <a:prstGeom prst="roundRect">
              <a:avLst>
                <a:gd name="adj" fmla="val 12057"/>
              </a:avLst>
            </a:pr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17" name="Picture 16" descr="A person wearing a white head scarf&#10;&#10;Description automatically generated">
              <a:extLst>
                <a:ext uri="{FF2B5EF4-FFF2-40B4-BE49-F238E27FC236}">
                  <a16:creationId xmlns:a16="http://schemas.microsoft.com/office/drawing/2014/main" id="{E119F86A-892B-509D-2D15-13C1F6ECB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90092" y="905808"/>
              <a:ext cx="2340000" cy="2231163"/>
            </a:xfrm>
            <a:prstGeom prst="rect">
              <a:avLst/>
            </a:prstGeom>
            <a:grpFill/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148C77D-83BE-526E-FD0E-CB4F8A2BEA08}"/>
                </a:ext>
              </a:extLst>
            </p:cNvPr>
            <p:cNvSpPr txBox="1"/>
            <p:nvPr/>
          </p:nvSpPr>
          <p:spPr>
            <a:xfrm>
              <a:off x="8405496" y="3893092"/>
              <a:ext cx="2714985" cy="209288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defTabSz="1828434" rtl="1" eaLnBrk="1" latinLnBrk="0" hangingPunct="1"/>
              <a:r>
                <a:rPr lang="en-US" sz="1300">
                  <a:solidFill>
                    <a:schemeClr val="bg1"/>
                  </a:solidFill>
                  <a:latin typeface="Figtree" pitchFamily="2" charset="0"/>
                </a:rPr>
                <a:t>Jasmine is an accomplished co-founder with a background in software engineering and over five years of experience in project management. She holds a master’s degree in business administration from the University of the People, complementing her technical and operational expertise.</a:t>
              </a:r>
              <a:endParaRPr lang="en-JO" sz="1300">
                <a:solidFill>
                  <a:schemeClr val="bg1"/>
                </a:solidFill>
                <a:latin typeface="Figtree" pitchFamily="2" charset="0"/>
              </a:endParaRPr>
            </a:p>
          </p:txBody>
        </p:sp>
        <p:sp>
          <p:nvSpPr>
            <p:cNvPr id="942" name="Google Shape;942;p55"/>
            <p:cNvSpPr txBox="1"/>
            <p:nvPr/>
          </p:nvSpPr>
          <p:spPr>
            <a:xfrm>
              <a:off x="8706295" y="3302061"/>
              <a:ext cx="2211124" cy="338514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b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chemeClr val="bg1"/>
                  </a:solidFill>
                  <a:latin typeface="Figtree"/>
                  <a:ea typeface="Figtree"/>
                  <a:cs typeface="Figtree"/>
                  <a:sym typeface="Figtree"/>
                </a:rPr>
                <a:t>Co Founder - COO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943" name="Google Shape;943;p55"/>
            <p:cNvSpPr txBox="1"/>
            <p:nvPr/>
          </p:nvSpPr>
          <p:spPr>
            <a:xfrm>
              <a:off x="8729979" y="3552492"/>
              <a:ext cx="1965235" cy="3923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bg1"/>
                  </a:solidFill>
                  <a:latin typeface="Figtree"/>
                  <a:ea typeface="Figtree"/>
                  <a:cs typeface="Figtree"/>
                  <a:sym typeface="Figtree"/>
                </a:rPr>
                <a:t>Jasmine Al Mokdad</a:t>
              </a:r>
              <a:endParaRPr sz="1300">
                <a:solidFill>
                  <a:schemeClr val="bg1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5D5AA97-405A-25FC-49E8-6944994C3974}"/>
              </a:ext>
            </a:extLst>
          </p:cNvPr>
          <p:cNvGrpSpPr/>
          <p:nvPr/>
        </p:nvGrpSpPr>
        <p:grpSpPr>
          <a:xfrm>
            <a:off x="8226567" y="778155"/>
            <a:ext cx="2774825" cy="5842256"/>
            <a:chOff x="8372680" y="681160"/>
            <a:chExt cx="2774825" cy="5842256"/>
          </a:xfrm>
          <a:solidFill>
            <a:srgbClr val="007AC4"/>
          </a:solidFill>
        </p:grpSpPr>
        <p:sp>
          <p:nvSpPr>
            <p:cNvPr id="19" name="Google Shape;924;p55">
              <a:extLst>
                <a:ext uri="{FF2B5EF4-FFF2-40B4-BE49-F238E27FC236}">
                  <a16:creationId xmlns:a16="http://schemas.microsoft.com/office/drawing/2014/main" id="{79198DD3-8A55-75E6-3409-EBAD170208A0}"/>
                </a:ext>
              </a:extLst>
            </p:cNvPr>
            <p:cNvSpPr/>
            <p:nvPr/>
          </p:nvSpPr>
          <p:spPr>
            <a:xfrm>
              <a:off x="8372680" y="681160"/>
              <a:ext cx="2774825" cy="5842256"/>
            </a:xfrm>
            <a:prstGeom prst="roundRect">
              <a:avLst>
                <a:gd name="adj" fmla="val 12057"/>
              </a:avLst>
            </a:pr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21EEFA-2C3E-3299-B443-A194E6F074FA}"/>
                </a:ext>
              </a:extLst>
            </p:cNvPr>
            <p:cNvSpPr txBox="1"/>
            <p:nvPr/>
          </p:nvSpPr>
          <p:spPr>
            <a:xfrm>
              <a:off x="8481385" y="3891006"/>
              <a:ext cx="2557413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defTabSz="1828434" rtl="1" eaLnBrk="1" latinLnBrk="0" hangingPunct="1"/>
              <a:endParaRPr lang="en-JO">
                <a:solidFill>
                  <a:schemeClr val="bg1"/>
                </a:solidFill>
                <a:latin typeface="Figtree" pitchFamily="2" charset="0"/>
              </a:endParaRPr>
            </a:p>
          </p:txBody>
        </p:sp>
        <p:sp>
          <p:nvSpPr>
            <p:cNvPr id="23" name="Google Shape;942;p55">
              <a:extLst>
                <a:ext uri="{FF2B5EF4-FFF2-40B4-BE49-F238E27FC236}">
                  <a16:creationId xmlns:a16="http://schemas.microsoft.com/office/drawing/2014/main" id="{BABC1A28-1E65-6A8C-E9BA-D622E4161F23}"/>
                </a:ext>
              </a:extLst>
            </p:cNvPr>
            <p:cNvSpPr txBox="1"/>
            <p:nvPr/>
          </p:nvSpPr>
          <p:spPr>
            <a:xfrm>
              <a:off x="8578634" y="3287567"/>
              <a:ext cx="2557412" cy="338514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b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chemeClr val="bg1"/>
                  </a:solidFill>
                  <a:latin typeface="Figtree"/>
                  <a:ea typeface="Figtree"/>
                  <a:cs typeface="Figtree"/>
                  <a:sym typeface="Figtree"/>
                </a:rPr>
                <a:t>Strategic Angel Investor</a:t>
              </a: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" name="Google Shape;943;p55">
              <a:extLst>
                <a:ext uri="{FF2B5EF4-FFF2-40B4-BE49-F238E27FC236}">
                  <a16:creationId xmlns:a16="http://schemas.microsoft.com/office/drawing/2014/main" id="{6C3130CE-A5CD-CB68-FA1E-5BB64C96CA79}"/>
                </a:ext>
              </a:extLst>
            </p:cNvPr>
            <p:cNvSpPr txBox="1"/>
            <p:nvPr/>
          </p:nvSpPr>
          <p:spPr>
            <a:xfrm>
              <a:off x="8729979" y="3552492"/>
              <a:ext cx="1965235" cy="3923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bg1"/>
                  </a:solidFill>
                  <a:latin typeface="Figtree"/>
                  <a:ea typeface="Figtree"/>
                  <a:cs typeface="Figtree"/>
                  <a:sym typeface="Figtree"/>
                </a:rPr>
                <a:t>Jehad  Al Qawasmeh</a:t>
              </a: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D6BB7C2E-B4BD-75FE-BB23-B65633A0CC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6911" y="1347910"/>
            <a:ext cx="1879848" cy="187984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31F0894-505B-346F-FD34-B30E3CC73434}"/>
              </a:ext>
            </a:extLst>
          </p:cNvPr>
          <p:cNvSpPr txBox="1"/>
          <p:nvPr/>
        </p:nvSpPr>
        <p:spPr>
          <a:xfrm>
            <a:off x="8211459" y="3993603"/>
            <a:ext cx="2805037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>
                <a:solidFill>
                  <a:schemeClr val="bg1"/>
                </a:solidFill>
                <a:latin typeface="Figtree" pitchFamily="2" charset="0"/>
              </a:rPr>
              <a:t>Jehad Qawasmi is a leading fintech investor and technology expert, known for backing </a:t>
            </a:r>
            <a:r>
              <a:rPr lang="en-US" sz="1300" err="1">
                <a:solidFill>
                  <a:schemeClr val="bg1"/>
                </a:solidFill>
                <a:latin typeface="Figtree" pitchFamily="2" charset="0"/>
              </a:rPr>
              <a:t>Madfoatcom</a:t>
            </a:r>
            <a:r>
              <a:rPr lang="en-US" sz="1300">
                <a:solidFill>
                  <a:schemeClr val="bg1"/>
                </a:solidFill>
                <a:latin typeface="Figtree" pitchFamily="2" charset="0"/>
              </a:rPr>
              <a:t> early on With strong experience in digital transformation, cloud technology, and financial services including senior roles at Oracle Cloud he brings valuable insight to help eDamana grow secure, technology-driven transaction solutions across the region</a:t>
            </a:r>
            <a:endParaRPr lang="en-JO" sz="1300">
              <a:solidFill>
                <a:schemeClr val="bg1"/>
              </a:solidFill>
              <a:latin typeface="Figtree" pitchFamily="2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56"/>
          <p:cNvSpPr txBox="1"/>
          <p:nvPr/>
        </p:nvSpPr>
        <p:spPr>
          <a:xfrm>
            <a:off x="7720824" y="3988985"/>
            <a:ext cx="4343833" cy="696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5800" rIns="0" bIns="0" anchor="t" anchorCtr="0">
            <a:spAutoFit/>
          </a:bodyPr>
          <a:lstStyle/>
          <a:p>
            <a:pPr marL="7316" marR="3081" lvl="0" indent="0" algn="ctr" rtl="0">
              <a:lnSpc>
                <a:spcPct val="117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19" err="1">
                <a:solidFill>
                  <a:srgbClr val="07155C"/>
                </a:solidFill>
                <a:latin typeface="Figtree"/>
                <a:ea typeface="Figtree"/>
                <a:cs typeface="Figtree"/>
                <a:sym typeface="Figtree"/>
              </a:rPr>
              <a:t>Hello@edamana.com</a:t>
            </a:r>
            <a:r>
              <a:rPr lang="en-US" sz="1819">
                <a:solidFill>
                  <a:srgbClr val="07155C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endParaRPr sz="1819">
              <a:solidFill>
                <a:srgbClr val="07155C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7316" marR="3081" lvl="0" indent="0" algn="ctr" rtl="0">
              <a:lnSpc>
                <a:spcPct val="117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19" err="1">
                <a:solidFill>
                  <a:srgbClr val="07155C"/>
                </a:solidFill>
                <a:latin typeface="Figtree"/>
                <a:ea typeface="Figtree"/>
                <a:cs typeface="Figtree"/>
                <a:sym typeface="Figtree"/>
              </a:rPr>
              <a:t>www.edamana.com</a:t>
            </a:r>
            <a:endParaRPr sz="1819">
              <a:solidFill>
                <a:srgbClr val="07155C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967" name="Google Shape;967;p56" descr="A blue and black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42636" y="1897509"/>
            <a:ext cx="2100208" cy="1943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8" name="Google Shape;968;p56" descr="A blue and white 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8773"/>
            <a:ext cx="8154615" cy="683922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2DDE8C-A034-B7F0-AA9F-C67741138C56}"/>
              </a:ext>
            </a:extLst>
          </p:cNvPr>
          <p:cNvSpPr txBox="1"/>
          <p:nvPr/>
        </p:nvSpPr>
        <p:spPr>
          <a:xfrm>
            <a:off x="4367304" y="5432554"/>
            <a:ext cx="6170706" cy="723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0572" marR="155951" lvl="0" indent="-385" algn="ctr" rtl="0">
              <a:lnSpc>
                <a:spcPct val="117800"/>
              </a:lnSpc>
              <a:spcBef>
                <a:spcPts val="1067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8155C"/>
                </a:solidFill>
                <a:latin typeface="Figtree"/>
                <a:ea typeface="Figtree"/>
                <a:cs typeface="Figtree"/>
                <a:sym typeface="Figtree"/>
              </a:rPr>
              <a:t>Amman-Jordan</a:t>
            </a:r>
          </a:p>
          <a:p>
            <a:pPr marL="160572" marR="155951" lvl="0" indent="-385" algn="ctr" rtl="0">
              <a:lnSpc>
                <a:spcPct val="117800"/>
              </a:lnSpc>
              <a:spcBef>
                <a:spcPts val="1067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8155C"/>
                </a:solidFill>
                <a:latin typeface="Figtree"/>
                <a:ea typeface="Figtree"/>
                <a:cs typeface="Figtree"/>
                <a:sym typeface="Figtree"/>
              </a:rPr>
              <a:t> 185 King Hussein Street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5B3002-91EC-EDBE-F75C-BA44914CA404}"/>
              </a:ext>
            </a:extLst>
          </p:cNvPr>
          <p:cNvSpPr txBox="1"/>
          <p:nvPr/>
        </p:nvSpPr>
        <p:spPr>
          <a:xfrm>
            <a:off x="7132976" y="5417101"/>
            <a:ext cx="617070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tabLst>
                <a:tab pos="2971800" algn="ctr"/>
                <a:tab pos="5943600" algn="r"/>
              </a:tabLst>
            </a:pPr>
            <a:r>
              <a:rPr lang="en-US" sz="1400">
                <a:solidFill>
                  <a:srgbClr val="002060"/>
                </a:solidFill>
                <a:effectLst/>
                <a:latin typeface="Figtree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Dubai – UAE</a:t>
            </a:r>
          </a:p>
          <a:p>
            <a:pPr marL="0" marR="0" algn="ctr">
              <a:tabLst>
                <a:tab pos="2971800" algn="ctr"/>
                <a:tab pos="5943600" algn="r"/>
              </a:tabLst>
            </a:pPr>
            <a:r>
              <a:rPr lang="en-US" sz="1400">
                <a:solidFill>
                  <a:srgbClr val="002060"/>
                </a:solidFill>
                <a:effectLst/>
                <a:latin typeface="Figtree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  <a:p>
            <a:pPr marL="0" marR="0" algn="ctr">
              <a:tabLst>
                <a:tab pos="2971800" algn="ctr"/>
                <a:tab pos="5943600" algn="r"/>
              </a:tabLst>
            </a:pPr>
            <a:r>
              <a:rPr lang="en-US" sz="1400">
                <a:solidFill>
                  <a:srgbClr val="002060"/>
                </a:solidFill>
                <a:effectLst/>
                <a:latin typeface="Figtree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Dubai International Financial Centre</a:t>
            </a:r>
            <a:endParaRPr lang="en-US" sz="2400">
              <a:effectLst/>
              <a:latin typeface="Aptos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9CBBED-1615-D934-D343-89A650E998FB}"/>
              </a:ext>
            </a:extLst>
          </p:cNvPr>
          <p:cNvSpPr txBox="1"/>
          <p:nvPr/>
        </p:nvSpPr>
        <p:spPr>
          <a:xfrm>
            <a:off x="5921559" y="6171218"/>
            <a:ext cx="3062196" cy="327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0572" marR="155951" lvl="0" indent="-385" algn="ctr" rtl="0">
              <a:lnSpc>
                <a:spcPct val="117800"/>
              </a:lnSpc>
              <a:spcBef>
                <a:spcPts val="1067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8155C"/>
                </a:solidFill>
                <a:latin typeface="Figtree"/>
                <a:ea typeface="Figtree"/>
                <a:cs typeface="Figtree"/>
                <a:sym typeface="Figtree"/>
              </a:rPr>
              <a:t>+962 79 90 75000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728F21-3455-388C-D2A3-53ED44B56B95}"/>
              </a:ext>
            </a:extLst>
          </p:cNvPr>
          <p:cNvSpPr txBox="1"/>
          <p:nvPr/>
        </p:nvSpPr>
        <p:spPr>
          <a:xfrm>
            <a:off x="8687231" y="6133000"/>
            <a:ext cx="3062196" cy="327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0572" marR="155951" lvl="0" indent="-385" algn="ctr" rtl="0">
              <a:lnSpc>
                <a:spcPct val="117800"/>
              </a:lnSpc>
              <a:spcBef>
                <a:spcPts val="1067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8155C"/>
                </a:solidFill>
                <a:latin typeface="Figtree"/>
                <a:ea typeface="Figtree"/>
                <a:cs typeface="Figtree"/>
                <a:sym typeface="Figtree"/>
              </a:rPr>
              <a:t>+971 58 518 3389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12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Office Theme</vt:lpstr>
      <vt:lpstr>1_Office Theme</vt:lpstr>
      <vt:lpstr>PowerPoint Presentation</vt:lpstr>
      <vt:lpstr>Personal Experience  </vt:lpstr>
      <vt:lpstr>Market Size</vt:lpstr>
      <vt:lpstr>PowerPoint Presentation</vt:lpstr>
      <vt:lpstr>Solution </vt:lpstr>
      <vt:lpstr>PowerPoint Presentation</vt:lpstr>
      <vt:lpstr>How It Works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Raed</dc:creator>
  <cp:revision>1</cp:revision>
  <dcterms:modified xsi:type="dcterms:W3CDTF">2025-06-04T09:39:07Z</dcterms:modified>
</cp:coreProperties>
</file>